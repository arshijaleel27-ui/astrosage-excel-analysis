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6858000" cx="12192000"/>
  <p:notesSz cx="6858000" cy="9144000"/>
  <p:embeddedFontLst>
    <p:embeddedFont>
      <p:font typeface="Libre Franklin"/>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jVbs80EEXBK9w6p5fjvQrVt7u2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LibreFranklin-regular.fntdata"/><Relationship Id="rId25" Type="http://schemas.openxmlformats.org/officeDocument/2006/relationships/slide" Target="slides/slide21.xml"/><Relationship Id="rId28" Type="http://schemas.openxmlformats.org/officeDocument/2006/relationships/font" Target="fonts/LibreFranklin-italic.fntdata"/><Relationship Id="rId27" Type="http://schemas.openxmlformats.org/officeDocument/2006/relationships/font" Target="fonts/LibreFranklin-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LibreFranklin-boldItalic.fntdata"/><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5" name="Google Shape;10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0" name="Google Shape;12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6" name="Google Shape;12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8abc9c51ee_0_35: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g38abc9c51ee_0_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8abc9c51ee_0_4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8abc9c51ee_0_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8d3a2249a5_1_19: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g38d3a2249a5_1_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8d3a2249a5_1_31: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g38d3a2249a5_1_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9d7c675f26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g39d7c675f26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2" name="Google Shape;192;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8" name="Google Shape;19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9" name="Google Shape;209;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4" name="Google Shape;214;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howMasterSp="0" type="title">
  <p:cSld name="TITLE">
    <p:bg>
      <p:bgPr>
        <a:solidFill>
          <a:schemeClr val="accent2"/>
        </a:solidFill>
      </p:bgPr>
    </p:bg>
    <p:spTree>
      <p:nvGrpSpPr>
        <p:cNvPr id="16" name="Shape 16"/>
        <p:cNvGrpSpPr/>
        <p:nvPr/>
      </p:nvGrpSpPr>
      <p:grpSpPr>
        <a:xfrm>
          <a:off x="0" y="0"/>
          <a:ext cx="0" cy="0"/>
          <a:chOff x="0" y="0"/>
          <a:chExt cx="0" cy="0"/>
        </a:xfrm>
      </p:grpSpPr>
      <p:sp>
        <p:nvSpPr>
          <p:cNvPr id="17" name="Google Shape;17;p22"/>
          <p:cNvSpPr txBox="1"/>
          <p:nvPr>
            <p:ph type="ctrTitle"/>
          </p:nvPr>
        </p:nvSpPr>
        <p:spPr>
          <a:xfrm>
            <a:off x="1554480" y="1554480"/>
            <a:ext cx="9052560" cy="2377440"/>
          </a:xfrm>
          <a:prstGeom prst="rect">
            <a:avLst/>
          </a:prstGeom>
          <a:noFill/>
          <a:ln>
            <a:noFill/>
          </a:ln>
        </p:spPr>
        <p:txBody>
          <a:bodyPr anchorCtr="0" anchor="t" bIns="45700" lIns="91425" spcFirstLastPara="1" rIns="91425" wrap="square" tIns="45700">
            <a:noAutofit/>
          </a:bodyPr>
          <a:lstStyle>
            <a:lvl1pPr lvl="0" algn="l">
              <a:lnSpc>
                <a:spcPct val="89000"/>
              </a:lnSpc>
              <a:spcBef>
                <a:spcPts val="0"/>
              </a:spcBef>
              <a:spcAft>
                <a:spcPts val="0"/>
              </a:spcAft>
              <a:buClr>
                <a:schemeClr val="dk2"/>
              </a:buClr>
              <a:buSzPts val="5400"/>
              <a:buFont typeface="Libre Franklin"/>
              <a:buNone/>
              <a:defRPr b="1" sz="54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22"/>
          <p:cNvSpPr txBox="1"/>
          <p:nvPr>
            <p:ph idx="1" type="subTitle"/>
          </p:nvPr>
        </p:nvSpPr>
        <p:spPr>
          <a:xfrm>
            <a:off x="1554480" y="4242816"/>
            <a:ext cx="9052560" cy="1188720"/>
          </a:xfrm>
          <a:prstGeom prst="rect">
            <a:avLst/>
          </a:prstGeom>
          <a:noFill/>
          <a:ln>
            <a:noFill/>
          </a:ln>
        </p:spPr>
        <p:txBody>
          <a:bodyPr anchorCtr="0" anchor="b" bIns="45700" lIns="91425" spcFirstLastPara="1" rIns="91425" wrap="square" tIns="45700">
            <a:normAutofit/>
          </a:bodyPr>
          <a:lstStyle>
            <a:lvl1pPr lvl="0" algn="r">
              <a:lnSpc>
                <a:spcPct val="112000"/>
              </a:lnSpc>
              <a:spcBef>
                <a:spcPts val="0"/>
              </a:spcBef>
              <a:spcAft>
                <a:spcPts val="0"/>
              </a:spcAft>
              <a:buClr>
                <a:schemeClr val="dk2"/>
              </a:buClr>
              <a:buSzPts val="2800"/>
              <a:buNone/>
              <a:defRPr sz="28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p:txBody>
      </p:sp>
      <p:grpSp>
        <p:nvGrpSpPr>
          <p:cNvPr id="19" name="Google Shape;19;p22"/>
          <p:cNvGrpSpPr/>
          <p:nvPr/>
        </p:nvGrpSpPr>
        <p:grpSpPr>
          <a:xfrm>
            <a:off x="752858" y="744469"/>
            <a:ext cx="10674117" cy="5349671"/>
            <a:chOff x="752858" y="744469"/>
            <a:chExt cx="10674117" cy="5349671"/>
          </a:xfrm>
        </p:grpSpPr>
        <p:sp>
          <p:nvSpPr>
            <p:cNvPr id="20" name="Google Shape;20;p22"/>
            <p:cNvSpPr/>
            <p:nvPr/>
          </p:nvSpPr>
          <p:spPr>
            <a:xfrm>
              <a:off x="8151962" y="1685652"/>
              <a:ext cx="3275013" cy="4408488"/>
            </a:xfrm>
            <a:custGeom>
              <a:rect b="b" l="l" r="r" t="t"/>
              <a:pathLst>
                <a:path extrusionOk="0" h="10000" w="10000">
                  <a:moveTo>
                    <a:pt x="8761" y="0"/>
                  </a:moveTo>
                  <a:lnTo>
                    <a:pt x="10000" y="0"/>
                  </a:lnTo>
                  <a:lnTo>
                    <a:pt x="10000" y="10000"/>
                  </a:lnTo>
                  <a:lnTo>
                    <a:pt x="0" y="10000"/>
                  </a:lnTo>
                  <a:lnTo>
                    <a:pt x="0" y="9126"/>
                  </a:lnTo>
                  <a:lnTo>
                    <a:pt x="8761" y="9127"/>
                  </a:lnTo>
                  <a:lnTo>
                    <a:pt x="8761" y="0"/>
                  </a:lnTo>
                  <a:close/>
                </a:path>
              </a:pathLst>
            </a:custGeom>
            <a:solidFill>
              <a:schemeClr val="dk1"/>
            </a:solidFill>
            <a:ln>
              <a:noFill/>
            </a:ln>
          </p:spPr>
        </p:sp>
        <p:sp>
          <p:nvSpPr>
            <p:cNvPr id="21" name="Google Shape;21;p22"/>
            <p:cNvSpPr/>
            <p:nvPr/>
          </p:nvSpPr>
          <p:spPr>
            <a:xfrm rot="10800000">
              <a:off x="752858" y="744469"/>
              <a:ext cx="3275668" cy="4408488"/>
            </a:xfrm>
            <a:custGeom>
              <a:rect b="b" l="l" r="r" t="t"/>
              <a:pathLst>
                <a:path extrusionOk="0" h="10000" w="10002">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01" type="obj">
  <p:cSld name="OBJECT">
    <p:bg>
      <p:bgPr>
        <a:solidFill>
          <a:srgbClr val="E7E7E6"/>
        </a:solidFill>
      </p:bgPr>
    </p:bg>
    <p:spTree>
      <p:nvGrpSpPr>
        <p:cNvPr id="22" name="Shape 22"/>
        <p:cNvGrpSpPr/>
        <p:nvPr/>
      </p:nvGrpSpPr>
      <p:grpSpPr>
        <a:xfrm>
          <a:off x="0" y="0"/>
          <a:ext cx="0" cy="0"/>
          <a:chOff x="0" y="0"/>
          <a:chExt cx="0" cy="0"/>
        </a:xfrm>
      </p:grpSpPr>
      <p:sp>
        <p:nvSpPr>
          <p:cNvPr id="23" name="Google Shape;23;p23"/>
          <p:cNvSpPr txBox="1"/>
          <p:nvPr>
            <p:ph type="title"/>
          </p:nvPr>
        </p:nvSpPr>
        <p:spPr>
          <a:xfrm>
            <a:off x="1371600" y="685800"/>
            <a:ext cx="4297680" cy="576072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3600"/>
              <a:buFont typeface="Libre Franklin"/>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23"/>
          <p:cNvSpPr txBox="1"/>
          <p:nvPr>
            <p:ph idx="1" type="body"/>
          </p:nvPr>
        </p:nvSpPr>
        <p:spPr>
          <a:xfrm>
            <a:off x="6309360" y="685800"/>
            <a:ext cx="5212080" cy="5760720"/>
          </a:xfrm>
          <a:prstGeom prst="rect">
            <a:avLst/>
          </a:prstGeom>
          <a:noFill/>
          <a:ln>
            <a:noFill/>
          </a:ln>
        </p:spPr>
        <p:txBody>
          <a:bodyPr anchorCtr="0" anchor="t" bIns="45700" lIns="91425" spcFirstLastPara="1" rIns="91425" wrap="square" tIns="45700">
            <a:normAutofit/>
          </a:bodyPr>
          <a:lstStyle>
            <a:lvl1pPr indent="-317500" lvl="0" marL="457200" algn="l">
              <a:lnSpc>
                <a:spcPct val="94000"/>
              </a:lnSpc>
              <a:spcBef>
                <a:spcPts val="1000"/>
              </a:spcBef>
              <a:spcAft>
                <a:spcPts val="0"/>
              </a:spcAft>
              <a:buClr>
                <a:schemeClr val="dk2"/>
              </a:buClr>
              <a:buSzPts val="1400"/>
              <a:buChar char="■"/>
              <a:defRPr/>
            </a:lvl1pPr>
            <a:lvl2pPr indent="-342900" lvl="1" marL="914400" algn="l">
              <a:lnSpc>
                <a:spcPct val="94000"/>
              </a:lnSpc>
              <a:spcBef>
                <a:spcPts val="500"/>
              </a:spcBef>
              <a:spcAft>
                <a:spcPts val="0"/>
              </a:spcAft>
              <a:buClr>
                <a:schemeClr val="dk2"/>
              </a:buClr>
              <a:buSzPts val="1800"/>
              <a:buChar char="–"/>
              <a:defRPr/>
            </a:lvl2pPr>
            <a:lvl3pPr indent="-308610" lvl="2" marL="1371600" algn="l">
              <a:lnSpc>
                <a:spcPct val="94000"/>
              </a:lnSpc>
              <a:spcBef>
                <a:spcPts val="500"/>
              </a:spcBef>
              <a:spcAft>
                <a:spcPts val="0"/>
              </a:spcAft>
              <a:buClr>
                <a:schemeClr val="dk2"/>
              </a:buClr>
              <a:buSzPts val="1260"/>
              <a:buChar char="■"/>
              <a:defRPr/>
            </a:lvl3pPr>
            <a:lvl4pPr indent="-342900" lvl="3" marL="1828800" algn="l">
              <a:lnSpc>
                <a:spcPct val="94000"/>
              </a:lnSpc>
              <a:spcBef>
                <a:spcPts val="500"/>
              </a:spcBef>
              <a:spcAft>
                <a:spcPts val="0"/>
              </a:spcAft>
              <a:buClr>
                <a:schemeClr val="dk2"/>
              </a:buClr>
              <a:buSzPts val="1800"/>
              <a:buChar char="–"/>
              <a:defRPr/>
            </a:lvl4pPr>
            <a:lvl5pPr indent="-299720" lvl="4" marL="2286000" algn="l">
              <a:lnSpc>
                <a:spcPct val="94000"/>
              </a:lnSpc>
              <a:spcBef>
                <a:spcPts val="500"/>
              </a:spcBef>
              <a:spcAft>
                <a:spcPts val="0"/>
              </a:spcAft>
              <a:buClr>
                <a:schemeClr val="dk2"/>
              </a:buClr>
              <a:buSzPts val="112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25" name="Google Shape;25;p23"/>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3"/>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23"/>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1" showMasterSp="0">
  <p:cSld name="Section header 01">
    <p:bg>
      <p:bgPr>
        <a:solidFill>
          <a:schemeClr val="accent2"/>
        </a:solidFill>
      </p:bgPr>
    </p:bg>
    <p:spTree>
      <p:nvGrpSpPr>
        <p:cNvPr id="28" name="Shape 28"/>
        <p:cNvGrpSpPr/>
        <p:nvPr/>
      </p:nvGrpSpPr>
      <p:grpSpPr>
        <a:xfrm>
          <a:off x="0" y="0"/>
          <a:ext cx="0" cy="0"/>
          <a:chOff x="0" y="0"/>
          <a:chExt cx="0" cy="0"/>
        </a:xfrm>
      </p:grpSpPr>
      <p:sp>
        <p:nvSpPr>
          <p:cNvPr id="29" name="Google Shape;29;p24"/>
          <p:cNvSpPr txBox="1"/>
          <p:nvPr>
            <p:ph type="ctrTitle"/>
          </p:nvPr>
        </p:nvSpPr>
        <p:spPr>
          <a:xfrm>
            <a:off x="1554480" y="2871216"/>
            <a:ext cx="9052560" cy="2523744"/>
          </a:xfrm>
          <a:prstGeom prst="rect">
            <a:avLst/>
          </a:prstGeom>
          <a:noFill/>
          <a:ln>
            <a:noFill/>
          </a:ln>
        </p:spPr>
        <p:txBody>
          <a:bodyPr anchorCtr="0" anchor="b" bIns="45700" lIns="91425" spcFirstLastPara="1" rIns="91425" wrap="square" tIns="45700">
            <a:noAutofit/>
          </a:bodyPr>
          <a:lstStyle>
            <a:lvl1pPr lvl="0" algn="r">
              <a:lnSpc>
                <a:spcPct val="89000"/>
              </a:lnSpc>
              <a:spcBef>
                <a:spcPts val="0"/>
              </a:spcBef>
              <a:spcAft>
                <a:spcPts val="0"/>
              </a:spcAft>
              <a:buClr>
                <a:schemeClr val="dk2"/>
              </a:buClr>
              <a:buSzPts val="5400"/>
              <a:buFont typeface="Libre Franklin"/>
              <a:buNone/>
              <a:defRPr sz="54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24"/>
          <p:cNvSpPr txBox="1"/>
          <p:nvPr>
            <p:ph idx="1" type="subTitle"/>
          </p:nvPr>
        </p:nvSpPr>
        <p:spPr>
          <a:xfrm>
            <a:off x="1554480" y="1554480"/>
            <a:ext cx="9052560" cy="1097280"/>
          </a:xfrm>
          <a:prstGeom prst="rect">
            <a:avLst/>
          </a:prstGeom>
          <a:noFill/>
          <a:ln>
            <a:noFill/>
          </a:ln>
        </p:spPr>
        <p:txBody>
          <a:bodyPr anchorCtr="0" anchor="t" bIns="45700" lIns="91425" spcFirstLastPara="1" rIns="91425" wrap="square" tIns="45700">
            <a:normAutofit/>
          </a:bodyPr>
          <a:lstStyle>
            <a:lvl1pPr lvl="0" algn="l">
              <a:lnSpc>
                <a:spcPct val="112000"/>
              </a:lnSpc>
              <a:spcBef>
                <a:spcPts val="0"/>
              </a:spcBef>
              <a:spcAft>
                <a:spcPts val="0"/>
              </a:spcAft>
              <a:buClr>
                <a:schemeClr val="dk2"/>
              </a:buClr>
              <a:buSzPts val="2800"/>
              <a:buNone/>
              <a:defRPr sz="28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p:txBody>
      </p:sp>
      <p:grpSp>
        <p:nvGrpSpPr>
          <p:cNvPr id="31" name="Google Shape;31;p24"/>
          <p:cNvGrpSpPr/>
          <p:nvPr/>
        </p:nvGrpSpPr>
        <p:grpSpPr>
          <a:xfrm>
            <a:off x="752858" y="744469"/>
            <a:ext cx="10674117" cy="5349671"/>
            <a:chOff x="752858" y="744469"/>
            <a:chExt cx="10674117" cy="5349671"/>
          </a:xfrm>
        </p:grpSpPr>
        <p:sp>
          <p:nvSpPr>
            <p:cNvPr id="32" name="Google Shape;32;p24"/>
            <p:cNvSpPr/>
            <p:nvPr/>
          </p:nvSpPr>
          <p:spPr>
            <a:xfrm>
              <a:off x="8151962" y="1685652"/>
              <a:ext cx="3275013" cy="4408488"/>
            </a:xfrm>
            <a:custGeom>
              <a:rect b="b" l="l" r="r" t="t"/>
              <a:pathLst>
                <a:path extrusionOk="0" h="10000" w="10000">
                  <a:moveTo>
                    <a:pt x="8761" y="0"/>
                  </a:moveTo>
                  <a:lnTo>
                    <a:pt x="10000" y="0"/>
                  </a:lnTo>
                  <a:lnTo>
                    <a:pt x="10000" y="10000"/>
                  </a:lnTo>
                  <a:lnTo>
                    <a:pt x="0" y="10000"/>
                  </a:lnTo>
                  <a:lnTo>
                    <a:pt x="0" y="9126"/>
                  </a:lnTo>
                  <a:lnTo>
                    <a:pt x="8761" y="9127"/>
                  </a:lnTo>
                  <a:lnTo>
                    <a:pt x="8761" y="0"/>
                  </a:lnTo>
                  <a:close/>
                </a:path>
              </a:pathLst>
            </a:custGeom>
            <a:solidFill>
              <a:schemeClr val="dk1"/>
            </a:solidFill>
            <a:ln>
              <a:noFill/>
            </a:ln>
          </p:spPr>
        </p:sp>
        <p:sp>
          <p:nvSpPr>
            <p:cNvPr id="33" name="Google Shape;33;p24"/>
            <p:cNvSpPr/>
            <p:nvPr/>
          </p:nvSpPr>
          <p:spPr>
            <a:xfrm rot="10800000">
              <a:off x="752858" y="744469"/>
              <a:ext cx="3275668" cy="4408488"/>
            </a:xfrm>
            <a:custGeom>
              <a:rect b="b" l="l" r="r" t="t"/>
              <a:pathLst>
                <a:path extrusionOk="0" h="10000" w="10002">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01">
  <p:cSld name="Two content 01">
    <p:bg>
      <p:bgPr>
        <a:solidFill>
          <a:srgbClr val="E7E7E6"/>
        </a:solidFill>
      </p:bgPr>
    </p:bg>
    <p:spTree>
      <p:nvGrpSpPr>
        <p:cNvPr id="34" name="Shape 34"/>
        <p:cNvGrpSpPr/>
        <p:nvPr/>
      </p:nvGrpSpPr>
      <p:grpSpPr>
        <a:xfrm>
          <a:off x="0" y="0"/>
          <a:ext cx="0" cy="0"/>
          <a:chOff x="0" y="0"/>
          <a:chExt cx="0" cy="0"/>
        </a:xfrm>
      </p:grpSpPr>
      <p:sp>
        <p:nvSpPr>
          <p:cNvPr id="35" name="Google Shape;35;p25"/>
          <p:cNvSpPr txBox="1"/>
          <p:nvPr>
            <p:ph type="title"/>
          </p:nvPr>
        </p:nvSpPr>
        <p:spPr>
          <a:xfrm>
            <a:off x="1371600" y="685800"/>
            <a:ext cx="4663440" cy="237744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3600"/>
              <a:buFont typeface="Libre Franklin"/>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25"/>
          <p:cNvSpPr txBox="1"/>
          <p:nvPr>
            <p:ph idx="1" type="body"/>
          </p:nvPr>
        </p:nvSpPr>
        <p:spPr>
          <a:xfrm>
            <a:off x="6309360" y="685800"/>
            <a:ext cx="5212080" cy="2377440"/>
          </a:xfrm>
          <a:prstGeom prst="rect">
            <a:avLst/>
          </a:prstGeom>
          <a:noFill/>
          <a:ln>
            <a:noFill/>
          </a:ln>
        </p:spPr>
        <p:txBody>
          <a:bodyPr anchorCtr="0" anchor="t" bIns="45700" lIns="91425" spcFirstLastPara="1" rIns="91425" wrap="square" tIns="45700">
            <a:normAutofit/>
          </a:bodyPr>
          <a:lstStyle>
            <a:lvl1pPr indent="-317500" lvl="0" marL="457200" algn="l">
              <a:lnSpc>
                <a:spcPct val="94000"/>
              </a:lnSpc>
              <a:spcBef>
                <a:spcPts val="1000"/>
              </a:spcBef>
              <a:spcAft>
                <a:spcPts val="0"/>
              </a:spcAft>
              <a:buClr>
                <a:schemeClr val="dk2"/>
              </a:buClr>
              <a:buSzPts val="1400"/>
              <a:buChar char="■"/>
              <a:defRPr/>
            </a:lvl1pPr>
            <a:lvl2pPr indent="-342900" lvl="1" marL="914400" algn="l">
              <a:lnSpc>
                <a:spcPct val="94000"/>
              </a:lnSpc>
              <a:spcBef>
                <a:spcPts val="500"/>
              </a:spcBef>
              <a:spcAft>
                <a:spcPts val="0"/>
              </a:spcAft>
              <a:buClr>
                <a:schemeClr val="dk2"/>
              </a:buClr>
              <a:buSzPts val="1800"/>
              <a:buChar char="–"/>
              <a:defRPr/>
            </a:lvl2pPr>
            <a:lvl3pPr indent="-308610" lvl="2" marL="1371600" algn="l">
              <a:lnSpc>
                <a:spcPct val="94000"/>
              </a:lnSpc>
              <a:spcBef>
                <a:spcPts val="500"/>
              </a:spcBef>
              <a:spcAft>
                <a:spcPts val="0"/>
              </a:spcAft>
              <a:buClr>
                <a:schemeClr val="dk2"/>
              </a:buClr>
              <a:buSzPts val="1260"/>
              <a:buChar char="■"/>
              <a:defRPr/>
            </a:lvl3pPr>
            <a:lvl4pPr indent="-342900" lvl="3" marL="1828800" algn="l">
              <a:lnSpc>
                <a:spcPct val="94000"/>
              </a:lnSpc>
              <a:spcBef>
                <a:spcPts val="500"/>
              </a:spcBef>
              <a:spcAft>
                <a:spcPts val="0"/>
              </a:spcAft>
              <a:buClr>
                <a:schemeClr val="dk2"/>
              </a:buClr>
              <a:buSzPts val="1800"/>
              <a:buChar char="–"/>
              <a:defRPr/>
            </a:lvl4pPr>
            <a:lvl5pPr indent="-299720" lvl="4" marL="2286000" algn="l">
              <a:lnSpc>
                <a:spcPct val="94000"/>
              </a:lnSpc>
              <a:spcBef>
                <a:spcPts val="500"/>
              </a:spcBef>
              <a:spcAft>
                <a:spcPts val="0"/>
              </a:spcAft>
              <a:buClr>
                <a:schemeClr val="dk2"/>
              </a:buClr>
              <a:buSzPts val="112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37" name="Google Shape;37;p25"/>
          <p:cNvSpPr txBox="1"/>
          <p:nvPr>
            <p:ph idx="2" type="body"/>
          </p:nvPr>
        </p:nvSpPr>
        <p:spPr>
          <a:xfrm>
            <a:off x="1371600" y="3209544"/>
            <a:ext cx="10204704" cy="3227832"/>
          </a:xfrm>
          <a:prstGeom prst="rect">
            <a:avLst/>
          </a:prstGeom>
          <a:noFill/>
          <a:ln>
            <a:noFill/>
          </a:ln>
        </p:spPr>
        <p:txBody>
          <a:bodyPr anchorCtr="0" anchor="t" bIns="45700" lIns="91425" spcFirstLastPara="1" rIns="91425" wrap="square" tIns="45700">
            <a:normAutofit/>
          </a:bodyPr>
          <a:lstStyle>
            <a:lvl1pPr indent="-317500" lvl="0" marL="457200" algn="l">
              <a:lnSpc>
                <a:spcPct val="94000"/>
              </a:lnSpc>
              <a:spcBef>
                <a:spcPts val="1000"/>
              </a:spcBef>
              <a:spcAft>
                <a:spcPts val="0"/>
              </a:spcAft>
              <a:buClr>
                <a:schemeClr val="dk2"/>
              </a:buClr>
              <a:buSzPts val="1400"/>
              <a:buChar char="■"/>
              <a:defRPr/>
            </a:lvl1pPr>
            <a:lvl2pPr indent="-342900" lvl="1" marL="914400" algn="l">
              <a:lnSpc>
                <a:spcPct val="94000"/>
              </a:lnSpc>
              <a:spcBef>
                <a:spcPts val="500"/>
              </a:spcBef>
              <a:spcAft>
                <a:spcPts val="0"/>
              </a:spcAft>
              <a:buClr>
                <a:schemeClr val="dk2"/>
              </a:buClr>
              <a:buSzPts val="1800"/>
              <a:buChar char="–"/>
              <a:defRPr/>
            </a:lvl2pPr>
            <a:lvl3pPr indent="-308610" lvl="2" marL="1371600" algn="l">
              <a:lnSpc>
                <a:spcPct val="94000"/>
              </a:lnSpc>
              <a:spcBef>
                <a:spcPts val="500"/>
              </a:spcBef>
              <a:spcAft>
                <a:spcPts val="0"/>
              </a:spcAft>
              <a:buClr>
                <a:schemeClr val="dk2"/>
              </a:buClr>
              <a:buSzPts val="1260"/>
              <a:buChar char="■"/>
              <a:defRPr/>
            </a:lvl3pPr>
            <a:lvl4pPr indent="-342900" lvl="3" marL="1828800" algn="l">
              <a:lnSpc>
                <a:spcPct val="94000"/>
              </a:lnSpc>
              <a:spcBef>
                <a:spcPts val="500"/>
              </a:spcBef>
              <a:spcAft>
                <a:spcPts val="0"/>
              </a:spcAft>
              <a:buClr>
                <a:schemeClr val="dk2"/>
              </a:buClr>
              <a:buSzPts val="1800"/>
              <a:buChar char="–"/>
              <a:defRPr/>
            </a:lvl4pPr>
            <a:lvl5pPr indent="-299720" lvl="4" marL="2286000" algn="l">
              <a:lnSpc>
                <a:spcPct val="94000"/>
              </a:lnSpc>
              <a:spcBef>
                <a:spcPts val="500"/>
              </a:spcBef>
              <a:spcAft>
                <a:spcPts val="0"/>
              </a:spcAft>
              <a:buClr>
                <a:schemeClr val="dk2"/>
              </a:buClr>
              <a:buSzPts val="112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38" name="Google Shape;38;p25"/>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5"/>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2" showMasterSp="0">
  <p:cSld name="Section header 02">
    <p:bg>
      <p:bgPr>
        <a:solidFill>
          <a:schemeClr val="accent2"/>
        </a:solidFill>
      </p:bgPr>
    </p:bg>
    <p:spTree>
      <p:nvGrpSpPr>
        <p:cNvPr id="41" name="Shape 41"/>
        <p:cNvGrpSpPr/>
        <p:nvPr/>
      </p:nvGrpSpPr>
      <p:grpSpPr>
        <a:xfrm>
          <a:off x="0" y="0"/>
          <a:ext cx="0" cy="0"/>
          <a:chOff x="0" y="0"/>
          <a:chExt cx="0" cy="0"/>
        </a:xfrm>
      </p:grpSpPr>
      <p:sp>
        <p:nvSpPr>
          <p:cNvPr id="42" name="Google Shape;42;p26"/>
          <p:cNvSpPr txBox="1"/>
          <p:nvPr>
            <p:ph type="ctrTitle"/>
          </p:nvPr>
        </p:nvSpPr>
        <p:spPr>
          <a:xfrm>
            <a:off x="731520" y="731520"/>
            <a:ext cx="5261776" cy="3200400"/>
          </a:xfrm>
          <a:prstGeom prst="rect">
            <a:avLst/>
          </a:prstGeom>
          <a:noFill/>
          <a:ln>
            <a:noFill/>
          </a:ln>
        </p:spPr>
        <p:txBody>
          <a:bodyPr anchorCtr="0" anchor="b" bIns="45700" lIns="91425" spcFirstLastPara="1" rIns="91425" wrap="square" tIns="45700">
            <a:normAutofit/>
          </a:bodyPr>
          <a:lstStyle>
            <a:lvl1pPr lvl="0" algn="l">
              <a:lnSpc>
                <a:spcPct val="89000"/>
              </a:lnSpc>
              <a:spcBef>
                <a:spcPts val="0"/>
              </a:spcBef>
              <a:spcAft>
                <a:spcPts val="0"/>
              </a:spcAft>
              <a:buClr>
                <a:schemeClr val="dk2"/>
              </a:buClr>
              <a:buSzPts val="5400"/>
              <a:buFont typeface="Libre Franklin"/>
              <a:buNone/>
              <a:defRPr sz="54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26"/>
          <p:cNvSpPr txBox="1"/>
          <p:nvPr>
            <p:ph idx="1" type="subTitle"/>
          </p:nvPr>
        </p:nvSpPr>
        <p:spPr>
          <a:xfrm>
            <a:off x="731519" y="3956278"/>
            <a:ext cx="5261775" cy="2167128"/>
          </a:xfrm>
          <a:prstGeom prst="rect">
            <a:avLst/>
          </a:prstGeom>
          <a:noFill/>
          <a:ln>
            <a:noFill/>
          </a:ln>
        </p:spPr>
        <p:txBody>
          <a:bodyPr anchorCtr="0" anchor="t" bIns="45700" lIns="91425" spcFirstLastPara="1" rIns="91425" wrap="square" tIns="45700">
            <a:normAutofit/>
          </a:bodyPr>
          <a:lstStyle>
            <a:lvl1pPr lvl="0" algn="l">
              <a:lnSpc>
                <a:spcPct val="112000"/>
              </a:lnSpc>
              <a:spcBef>
                <a:spcPts val="0"/>
              </a:spcBef>
              <a:spcAft>
                <a:spcPts val="0"/>
              </a:spcAft>
              <a:buClr>
                <a:schemeClr val="dk2"/>
              </a:buClr>
              <a:buSzPts val="2800"/>
              <a:buNone/>
              <a:defRPr sz="28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p:txBody>
      </p:sp>
      <p:sp>
        <p:nvSpPr>
          <p:cNvPr id="44" name="Google Shape;44;p26"/>
          <p:cNvSpPr/>
          <p:nvPr>
            <p:ph idx="2" type="pic"/>
          </p:nvPr>
        </p:nvSpPr>
        <p:spPr>
          <a:xfrm>
            <a:off x="6089904" y="768096"/>
            <a:ext cx="4480560" cy="4498848"/>
          </a:xfrm>
          <a:prstGeom prst="rect">
            <a:avLst/>
          </a:prstGeom>
          <a:noFill/>
          <a:ln>
            <a:noFill/>
          </a:ln>
        </p:spPr>
      </p:sp>
      <p:sp>
        <p:nvSpPr>
          <p:cNvPr id="45" name="Google Shape;45;p26"/>
          <p:cNvSpPr/>
          <p:nvPr/>
        </p:nvSpPr>
        <p:spPr>
          <a:xfrm>
            <a:off x="8151962" y="1685652"/>
            <a:ext cx="3275013" cy="4408488"/>
          </a:xfrm>
          <a:custGeom>
            <a:rect b="b" l="l" r="r" t="t"/>
            <a:pathLst>
              <a:path extrusionOk="0" h="10000" w="10000">
                <a:moveTo>
                  <a:pt x="8761" y="0"/>
                </a:moveTo>
                <a:lnTo>
                  <a:pt x="10000" y="0"/>
                </a:lnTo>
                <a:lnTo>
                  <a:pt x="10000" y="10000"/>
                </a:lnTo>
                <a:lnTo>
                  <a:pt x="0" y="10000"/>
                </a:lnTo>
                <a:lnTo>
                  <a:pt x="0" y="9126"/>
                </a:lnTo>
                <a:lnTo>
                  <a:pt x="8761" y="9127"/>
                </a:lnTo>
                <a:lnTo>
                  <a:pt x="8761" y="0"/>
                </a:lnTo>
                <a:close/>
              </a:path>
            </a:pathLst>
          </a:custGeom>
          <a:solidFill>
            <a:schemeClr val="dk1"/>
          </a:solidFill>
          <a:ln>
            <a:no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nd image">
  <p:cSld name="Title, content, and image">
    <p:bg>
      <p:bgPr>
        <a:solidFill>
          <a:srgbClr val="E7E7E6"/>
        </a:solidFill>
      </p:bgPr>
    </p:bg>
    <p:spTree>
      <p:nvGrpSpPr>
        <p:cNvPr id="46" name="Shape 46"/>
        <p:cNvGrpSpPr/>
        <p:nvPr/>
      </p:nvGrpSpPr>
      <p:grpSpPr>
        <a:xfrm>
          <a:off x="0" y="0"/>
          <a:ext cx="0" cy="0"/>
          <a:chOff x="0" y="0"/>
          <a:chExt cx="0" cy="0"/>
        </a:xfrm>
      </p:grpSpPr>
      <p:sp>
        <p:nvSpPr>
          <p:cNvPr id="47" name="Google Shape;47;p27"/>
          <p:cNvSpPr txBox="1"/>
          <p:nvPr>
            <p:ph type="title"/>
          </p:nvPr>
        </p:nvSpPr>
        <p:spPr>
          <a:xfrm>
            <a:off x="6309360" y="685800"/>
            <a:ext cx="5212080" cy="2103120"/>
          </a:xfrm>
          <a:prstGeom prst="rect">
            <a:avLst/>
          </a:prstGeom>
          <a:noFill/>
          <a:ln>
            <a:noFill/>
          </a:ln>
        </p:spPr>
        <p:txBody>
          <a:bodyPr anchorCtr="0" anchor="b" bIns="45700" lIns="91425" spcFirstLastPara="1" rIns="91425" wrap="square" tIns="45700">
            <a:normAutofit/>
          </a:bodyPr>
          <a:lstStyle>
            <a:lvl1pPr lvl="0" algn="l">
              <a:lnSpc>
                <a:spcPct val="89000"/>
              </a:lnSpc>
              <a:spcBef>
                <a:spcPts val="0"/>
              </a:spcBef>
              <a:spcAft>
                <a:spcPts val="0"/>
              </a:spcAft>
              <a:buClr>
                <a:schemeClr val="dk2"/>
              </a:buClr>
              <a:buSzPts val="3600"/>
              <a:buFont typeface="Libre Franklin"/>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 name="Google Shape;48;p27"/>
          <p:cNvSpPr/>
          <p:nvPr>
            <p:ph idx="2" type="pic"/>
          </p:nvPr>
        </p:nvSpPr>
        <p:spPr>
          <a:xfrm>
            <a:off x="1371600" y="768096"/>
            <a:ext cx="3776472" cy="5340096"/>
          </a:xfrm>
          <a:prstGeom prst="rect">
            <a:avLst/>
          </a:prstGeom>
          <a:noFill/>
          <a:ln>
            <a:noFill/>
          </a:ln>
        </p:spPr>
      </p:sp>
      <p:sp>
        <p:nvSpPr>
          <p:cNvPr id="49" name="Google Shape;49;p27"/>
          <p:cNvSpPr txBox="1"/>
          <p:nvPr>
            <p:ph idx="1" type="body"/>
          </p:nvPr>
        </p:nvSpPr>
        <p:spPr>
          <a:xfrm>
            <a:off x="6309360" y="2999232"/>
            <a:ext cx="5212080" cy="3310128"/>
          </a:xfrm>
          <a:prstGeom prst="rect">
            <a:avLst/>
          </a:prstGeom>
          <a:noFill/>
          <a:ln>
            <a:noFill/>
          </a:ln>
        </p:spPr>
        <p:txBody>
          <a:bodyPr anchorCtr="0" anchor="t" bIns="45700" lIns="91425" spcFirstLastPara="1" rIns="91425" wrap="square" tIns="45700">
            <a:normAutofit/>
          </a:bodyPr>
          <a:lstStyle>
            <a:lvl1pPr indent="-317500" lvl="0" marL="457200" algn="l">
              <a:lnSpc>
                <a:spcPct val="94000"/>
              </a:lnSpc>
              <a:spcBef>
                <a:spcPts val="1000"/>
              </a:spcBef>
              <a:spcAft>
                <a:spcPts val="0"/>
              </a:spcAft>
              <a:buClr>
                <a:schemeClr val="dk2"/>
              </a:buClr>
              <a:buSzPts val="1400"/>
              <a:buChar char="■"/>
              <a:defRPr/>
            </a:lvl1pPr>
            <a:lvl2pPr indent="-342900" lvl="1" marL="914400" algn="l">
              <a:lnSpc>
                <a:spcPct val="94000"/>
              </a:lnSpc>
              <a:spcBef>
                <a:spcPts val="500"/>
              </a:spcBef>
              <a:spcAft>
                <a:spcPts val="0"/>
              </a:spcAft>
              <a:buClr>
                <a:schemeClr val="dk2"/>
              </a:buClr>
              <a:buSzPts val="1800"/>
              <a:buChar char="–"/>
              <a:defRPr/>
            </a:lvl2pPr>
            <a:lvl3pPr indent="-308610" lvl="2" marL="1371600" algn="l">
              <a:lnSpc>
                <a:spcPct val="94000"/>
              </a:lnSpc>
              <a:spcBef>
                <a:spcPts val="500"/>
              </a:spcBef>
              <a:spcAft>
                <a:spcPts val="0"/>
              </a:spcAft>
              <a:buClr>
                <a:schemeClr val="dk2"/>
              </a:buClr>
              <a:buSzPts val="1260"/>
              <a:buChar char="■"/>
              <a:defRPr/>
            </a:lvl3pPr>
            <a:lvl4pPr indent="-342900" lvl="3" marL="1828800" algn="l">
              <a:lnSpc>
                <a:spcPct val="94000"/>
              </a:lnSpc>
              <a:spcBef>
                <a:spcPts val="500"/>
              </a:spcBef>
              <a:spcAft>
                <a:spcPts val="0"/>
              </a:spcAft>
              <a:buClr>
                <a:schemeClr val="dk2"/>
              </a:buClr>
              <a:buSzPts val="1800"/>
              <a:buChar char="–"/>
              <a:defRPr/>
            </a:lvl4pPr>
            <a:lvl5pPr indent="-299720" lvl="4" marL="2286000" algn="l">
              <a:lnSpc>
                <a:spcPct val="94000"/>
              </a:lnSpc>
              <a:spcBef>
                <a:spcPts val="500"/>
              </a:spcBef>
              <a:spcAft>
                <a:spcPts val="0"/>
              </a:spcAft>
              <a:buClr>
                <a:schemeClr val="dk2"/>
              </a:buClr>
              <a:buSzPts val="112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50" name="Google Shape;50;p27"/>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27"/>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7"/>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03" showMasterSp="0">
  <p:cSld name="Section header 03">
    <p:bg>
      <p:bgPr>
        <a:solidFill>
          <a:schemeClr val="accent2"/>
        </a:solidFill>
      </p:bgPr>
    </p:bg>
    <p:spTree>
      <p:nvGrpSpPr>
        <p:cNvPr id="53" name="Shape 53"/>
        <p:cNvGrpSpPr/>
        <p:nvPr/>
      </p:nvGrpSpPr>
      <p:grpSpPr>
        <a:xfrm>
          <a:off x="0" y="0"/>
          <a:ext cx="0" cy="0"/>
          <a:chOff x="0" y="0"/>
          <a:chExt cx="0" cy="0"/>
        </a:xfrm>
      </p:grpSpPr>
      <p:sp>
        <p:nvSpPr>
          <p:cNvPr id="54" name="Google Shape;54;p28"/>
          <p:cNvSpPr txBox="1"/>
          <p:nvPr>
            <p:ph type="ctrTitle"/>
          </p:nvPr>
        </p:nvSpPr>
        <p:spPr>
          <a:xfrm>
            <a:off x="1554480" y="1554480"/>
            <a:ext cx="5577840" cy="3840480"/>
          </a:xfrm>
          <a:prstGeom prst="rect">
            <a:avLst/>
          </a:prstGeom>
          <a:noFill/>
          <a:ln>
            <a:noFill/>
          </a:ln>
        </p:spPr>
        <p:txBody>
          <a:bodyPr anchorCtr="0" anchor="t" bIns="45700" lIns="91425" spcFirstLastPara="1" rIns="91425" wrap="square" tIns="45700">
            <a:noAutofit/>
          </a:bodyPr>
          <a:lstStyle>
            <a:lvl1pPr lvl="0" algn="l">
              <a:lnSpc>
                <a:spcPct val="89000"/>
              </a:lnSpc>
              <a:spcBef>
                <a:spcPts val="0"/>
              </a:spcBef>
              <a:spcAft>
                <a:spcPts val="0"/>
              </a:spcAft>
              <a:buClr>
                <a:schemeClr val="dk2"/>
              </a:buClr>
              <a:buSzPts val="5400"/>
              <a:buFont typeface="Libre Franklin"/>
              <a:buNone/>
              <a:defRPr sz="54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5" name="Google Shape;55;p28"/>
          <p:cNvSpPr/>
          <p:nvPr>
            <p:ph idx="2" type="pic"/>
          </p:nvPr>
        </p:nvSpPr>
        <p:spPr>
          <a:xfrm>
            <a:off x="7653528" y="768096"/>
            <a:ext cx="3776472" cy="5340096"/>
          </a:xfrm>
          <a:prstGeom prst="rect">
            <a:avLst/>
          </a:prstGeom>
          <a:noFill/>
          <a:ln>
            <a:noFill/>
          </a:ln>
        </p:spPr>
      </p:sp>
      <p:sp>
        <p:nvSpPr>
          <p:cNvPr id="56" name="Google Shape;56;p28"/>
          <p:cNvSpPr/>
          <p:nvPr/>
        </p:nvSpPr>
        <p:spPr>
          <a:xfrm rot="10800000">
            <a:off x="752858" y="744469"/>
            <a:ext cx="3275668" cy="4408488"/>
          </a:xfrm>
          <a:custGeom>
            <a:rect b="b" l="l" r="r" t="t"/>
            <a:pathLst>
              <a:path extrusionOk="0" h="10000" w="10002">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03">
  <p:cSld name="Two content 03">
    <p:bg>
      <p:bgPr>
        <a:solidFill>
          <a:srgbClr val="E7E7E6"/>
        </a:solidFill>
      </p:bgPr>
    </p:bg>
    <p:spTree>
      <p:nvGrpSpPr>
        <p:cNvPr id="57" name="Shape 57"/>
        <p:cNvGrpSpPr/>
        <p:nvPr/>
      </p:nvGrpSpPr>
      <p:grpSpPr>
        <a:xfrm>
          <a:off x="0" y="0"/>
          <a:ext cx="0" cy="0"/>
          <a:chOff x="0" y="0"/>
          <a:chExt cx="0" cy="0"/>
        </a:xfrm>
      </p:grpSpPr>
      <p:sp>
        <p:nvSpPr>
          <p:cNvPr id="58" name="Google Shape;58;p29"/>
          <p:cNvSpPr txBox="1"/>
          <p:nvPr>
            <p:ph type="title"/>
          </p:nvPr>
        </p:nvSpPr>
        <p:spPr>
          <a:xfrm>
            <a:off x="1371600" y="685800"/>
            <a:ext cx="4663440" cy="576072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3600"/>
              <a:buFont typeface="Libre Franklin"/>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29"/>
          <p:cNvSpPr txBox="1"/>
          <p:nvPr>
            <p:ph idx="1" type="body"/>
          </p:nvPr>
        </p:nvSpPr>
        <p:spPr>
          <a:xfrm>
            <a:off x="6309360" y="685800"/>
            <a:ext cx="5212080" cy="2651760"/>
          </a:xfrm>
          <a:prstGeom prst="rect">
            <a:avLst/>
          </a:prstGeom>
          <a:noFill/>
          <a:ln>
            <a:noFill/>
          </a:ln>
        </p:spPr>
        <p:txBody>
          <a:bodyPr anchorCtr="0" anchor="t" bIns="45700" lIns="91425" spcFirstLastPara="1" rIns="91425" wrap="square" tIns="45700">
            <a:normAutofit/>
          </a:bodyPr>
          <a:lstStyle>
            <a:lvl1pPr indent="-228600" lvl="0" marL="457200" algn="l">
              <a:lnSpc>
                <a:spcPct val="94000"/>
              </a:lnSpc>
              <a:spcBef>
                <a:spcPts val="1000"/>
              </a:spcBef>
              <a:spcAft>
                <a:spcPts val="0"/>
              </a:spcAft>
              <a:buClr>
                <a:schemeClr val="dk2"/>
              </a:buClr>
              <a:buSzPts val="1400"/>
              <a:buNone/>
              <a:defRPr/>
            </a:lvl1pPr>
            <a:lvl2pPr indent="-317500" lvl="1" marL="914400" algn="l">
              <a:lnSpc>
                <a:spcPct val="94000"/>
              </a:lnSpc>
              <a:spcBef>
                <a:spcPts val="500"/>
              </a:spcBef>
              <a:spcAft>
                <a:spcPts val="0"/>
              </a:spcAft>
              <a:buClr>
                <a:schemeClr val="dk2"/>
              </a:buClr>
              <a:buSzPts val="1400"/>
              <a:buFont typeface="Libre Franklin"/>
              <a:buChar char="■"/>
              <a:defRPr/>
            </a:lvl2pPr>
            <a:lvl3pPr indent="-308610" lvl="2" marL="1371600" algn="l">
              <a:lnSpc>
                <a:spcPct val="94000"/>
              </a:lnSpc>
              <a:spcBef>
                <a:spcPts val="500"/>
              </a:spcBef>
              <a:spcAft>
                <a:spcPts val="0"/>
              </a:spcAft>
              <a:buClr>
                <a:schemeClr val="dk2"/>
              </a:buClr>
              <a:buSzPts val="1260"/>
              <a:buFont typeface="Libre Franklin"/>
              <a:buChar char="–"/>
              <a:defRPr/>
            </a:lvl3pPr>
            <a:lvl4pPr indent="-308610" lvl="3" marL="1828800" algn="l">
              <a:lnSpc>
                <a:spcPct val="94000"/>
              </a:lnSpc>
              <a:spcBef>
                <a:spcPts val="500"/>
              </a:spcBef>
              <a:spcAft>
                <a:spcPts val="0"/>
              </a:spcAft>
              <a:buClr>
                <a:schemeClr val="dk2"/>
              </a:buClr>
              <a:buSzPts val="1260"/>
              <a:buFont typeface="Libre Franklin"/>
              <a:buChar char="■"/>
              <a:defRPr/>
            </a:lvl4pPr>
            <a:lvl5pPr indent="-299720" lvl="4" marL="2286000" algn="l">
              <a:lnSpc>
                <a:spcPct val="94000"/>
              </a:lnSpc>
              <a:spcBef>
                <a:spcPts val="500"/>
              </a:spcBef>
              <a:spcAft>
                <a:spcPts val="0"/>
              </a:spcAft>
              <a:buClr>
                <a:schemeClr val="dk2"/>
              </a:buClr>
              <a:buSzPts val="1120"/>
              <a:buFont typeface="Libre Franklin"/>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60" name="Google Shape;60;p29"/>
          <p:cNvSpPr txBox="1"/>
          <p:nvPr>
            <p:ph idx="2" type="body"/>
          </p:nvPr>
        </p:nvSpPr>
        <p:spPr>
          <a:xfrm>
            <a:off x="6309360" y="3637722"/>
            <a:ext cx="5212080" cy="2651760"/>
          </a:xfrm>
          <a:prstGeom prst="rect">
            <a:avLst/>
          </a:prstGeom>
          <a:noFill/>
          <a:ln>
            <a:noFill/>
          </a:ln>
        </p:spPr>
        <p:txBody>
          <a:bodyPr anchorCtr="0" anchor="t" bIns="45700" lIns="91425" spcFirstLastPara="1" rIns="91425" wrap="square" tIns="45700">
            <a:normAutofit/>
          </a:bodyPr>
          <a:lstStyle>
            <a:lvl1pPr indent="-355600" lvl="0" marL="457200" algn="l">
              <a:lnSpc>
                <a:spcPct val="94000"/>
              </a:lnSpc>
              <a:spcBef>
                <a:spcPts val="1000"/>
              </a:spcBef>
              <a:spcAft>
                <a:spcPts val="0"/>
              </a:spcAft>
              <a:buClr>
                <a:schemeClr val="dk2"/>
              </a:buClr>
              <a:buSzPts val="2000"/>
              <a:buFont typeface="Libre Franklin"/>
              <a:buAutoNum type="arabicPeriod"/>
              <a:defRPr/>
            </a:lvl1pPr>
            <a:lvl2pPr indent="-355600" lvl="1" marL="914400" algn="l">
              <a:lnSpc>
                <a:spcPct val="94000"/>
              </a:lnSpc>
              <a:spcBef>
                <a:spcPts val="500"/>
              </a:spcBef>
              <a:spcAft>
                <a:spcPts val="0"/>
              </a:spcAft>
              <a:buClr>
                <a:schemeClr val="dk2"/>
              </a:buClr>
              <a:buSzPts val="2000"/>
              <a:buFont typeface="Libre Franklin"/>
              <a:buAutoNum type="alphaLcPeriod"/>
              <a:defRPr/>
            </a:lvl2pPr>
            <a:lvl3pPr indent="-308610" lvl="2" marL="1371600" algn="l">
              <a:lnSpc>
                <a:spcPct val="94000"/>
              </a:lnSpc>
              <a:spcBef>
                <a:spcPts val="500"/>
              </a:spcBef>
              <a:spcAft>
                <a:spcPts val="0"/>
              </a:spcAft>
              <a:buClr>
                <a:schemeClr val="dk2"/>
              </a:buClr>
              <a:buSzPts val="1260"/>
              <a:buFont typeface="Libre Franklin"/>
              <a:buAutoNum type="romanLcPeriod"/>
              <a:defRPr/>
            </a:lvl3pPr>
            <a:lvl4pPr indent="-308610" lvl="3" marL="1828800" algn="l">
              <a:lnSpc>
                <a:spcPct val="94000"/>
              </a:lnSpc>
              <a:spcBef>
                <a:spcPts val="500"/>
              </a:spcBef>
              <a:spcAft>
                <a:spcPts val="0"/>
              </a:spcAft>
              <a:buClr>
                <a:schemeClr val="dk2"/>
              </a:buClr>
              <a:buSzPts val="1260"/>
              <a:buFont typeface="Libre Franklin"/>
              <a:buAutoNum type="arabicParenR"/>
              <a:defRPr/>
            </a:lvl4pPr>
            <a:lvl5pPr indent="-299720" lvl="4" marL="2286000" algn="l">
              <a:lnSpc>
                <a:spcPct val="94000"/>
              </a:lnSpc>
              <a:spcBef>
                <a:spcPts val="500"/>
              </a:spcBef>
              <a:spcAft>
                <a:spcPts val="0"/>
              </a:spcAft>
              <a:buClr>
                <a:schemeClr val="dk2"/>
              </a:buClr>
              <a:buSzPts val="1120"/>
              <a:buFont typeface="Libre Franklin"/>
              <a:buAutoNum type="alphaLcParen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61" name="Google Shape;61;p29"/>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9"/>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29"/>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howMasterSp="0">
  <p:cSld name="Closing">
    <p:bg>
      <p:bgPr>
        <a:solidFill>
          <a:schemeClr val="accent2"/>
        </a:solidFill>
      </p:bgPr>
    </p:bg>
    <p:spTree>
      <p:nvGrpSpPr>
        <p:cNvPr id="64" name="Shape 64"/>
        <p:cNvGrpSpPr/>
        <p:nvPr/>
      </p:nvGrpSpPr>
      <p:grpSpPr>
        <a:xfrm>
          <a:off x="0" y="0"/>
          <a:ext cx="0" cy="0"/>
          <a:chOff x="0" y="0"/>
          <a:chExt cx="0" cy="0"/>
        </a:xfrm>
      </p:grpSpPr>
      <p:sp>
        <p:nvSpPr>
          <p:cNvPr id="65" name="Google Shape;65;p30"/>
          <p:cNvSpPr txBox="1"/>
          <p:nvPr>
            <p:ph type="ctrTitle"/>
          </p:nvPr>
        </p:nvSpPr>
        <p:spPr>
          <a:xfrm>
            <a:off x="1554480" y="1554480"/>
            <a:ext cx="9052560" cy="2377440"/>
          </a:xfrm>
          <a:prstGeom prst="rect">
            <a:avLst/>
          </a:prstGeom>
          <a:noFill/>
          <a:ln>
            <a:noFill/>
          </a:ln>
        </p:spPr>
        <p:txBody>
          <a:bodyPr anchorCtr="0" anchor="b" bIns="45700" lIns="91425" spcFirstLastPara="1" rIns="91425" wrap="square" tIns="45700">
            <a:noAutofit/>
          </a:bodyPr>
          <a:lstStyle>
            <a:lvl1pPr lvl="0" algn="ctr">
              <a:lnSpc>
                <a:spcPct val="89000"/>
              </a:lnSpc>
              <a:spcBef>
                <a:spcPts val="0"/>
              </a:spcBef>
              <a:spcAft>
                <a:spcPts val="0"/>
              </a:spcAft>
              <a:buClr>
                <a:schemeClr val="dk2"/>
              </a:buClr>
              <a:buSzPts val="5400"/>
              <a:buFont typeface="Libre Franklin"/>
              <a:buNone/>
              <a:defRPr b="1" sz="5400" cap="none">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30"/>
          <p:cNvSpPr txBox="1"/>
          <p:nvPr>
            <p:ph idx="1" type="subTitle"/>
          </p:nvPr>
        </p:nvSpPr>
        <p:spPr>
          <a:xfrm>
            <a:off x="1527048" y="4069080"/>
            <a:ext cx="9144000" cy="1371600"/>
          </a:xfrm>
          <a:prstGeom prst="rect">
            <a:avLst/>
          </a:prstGeom>
          <a:noFill/>
          <a:ln>
            <a:noFill/>
          </a:ln>
        </p:spPr>
        <p:txBody>
          <a:bodyPr anchorCtr="0" anchor="t" bIns="45700" lIns="91425" spcFirstLastPara="1" rIns="91425" wrap="square" tIns="45700">
            <a:normAutofit/>
          </a:bodyPr>
          <a:lstStyle>
            <a:lvl1pPr lvl="0" algn="ctr">
              <a:lnSpc>
                <a:spcPct val="112000"/>
              </a:lnSpc>
              <a:spcBef>
                <a:spcPts val="400"/>
              </a:spcBef>
              <a:spcAft>
                <a:spcPts val="0"/>
              </a:spcAft>
              <a:buClr>
                <a:schemeClr val="dk2"/>
              </a:buClr>
              <a:buSzPts val="2300"/>
              <a:buNone/>
              <a:defRPr sz="2300"/>
            </a:lvl1pPr>
            <a:lvl2pPr lvl="1" algn="ctr">
              <a:lnSpc>
                <a:spcPct val="94000"/>
              </a:lnSpc>
              <a:spcBef>
                <a:spcPts val="500"/>
              </a:spcBef>
              <a:spcAft>
                <a:spcPts val="0"/>
              </a:spcAft>
              <a:buClr>
                <a:schemeClr val="dk2"/>
              </a:buClr>
              <a:buSzPts val="2000"/>
              <a:buNone/>
              <a:defRPr sz="2000"/>
            </a:lvl2pPr>
            <a:lvl3pPr lvl="2" algn="ctr">
              <a:lnSpc>
                <a:spcPct val="94000"/>
              </a:lnSpc>
              <a:spcBef>
                <a:spcPts val="500"/>
              </a:spcBef>
              <a:spcAft>
                <a:spcPts val="0"/>
              </a:spcAft>
              <a:buClr>
                <a:schemeClr val="dk2"/>
              </a:buClr>
              <a:buSzPts val="1800"/>
              <a:buNone/>
              <a:defRPr sz="1800"/>
            </a:lvl3pPr>
            <a:lvl4pPr lvl="3" algn="ctr">
              <a:lnSpc>
                <a:spcPct val="94000"/>
              </a:lnSpc>
              <a:spcBef>
                <a:spcPts val="500"/>
              </a:spcBef>
              <a:spcAft>
                <a:spcPts val="0"/>
              </a:spcAft>
              <a:buClr>
                <a:schemeClr val="dk2"/>
              </a:buClr>
              <a:buSzPts val="1600"/>
              <a:buNone/>
              <a:defRPr sz="1600"/>
            </a:lvl4pPr>
            <a:lvl5pPr lvl="4" algn="ctr">
              <a:lnSpc>
                <a:spcPct val="94000"/>
              </a:lnSpc>
              <a:spcBef>
                <a:spcPts val="500"/>
              </a:spcBef>
              <a:spcAft>
                <a:spcPts val="0"/>
              </a:spcAft>
              <a:buClr>
                <a:schemeClr val="dk2"/>
              </a:buClr>
              <a:buSzPts val="1600"/>
              <a:buNone/>
              <a:defRPr sz="1600"/>
            </a:lvl5pPr>
            <a:lvl6pPr lvl="5" algn="ctr">
              <a:lnSpc>
                <a:spcPct val="94000"/>
              </a:lnSpc>
              <a:spcBef>
                <a:spcPts val="500"/>
              </a:spcBef>
              <a:spcAft>
                <a:spcPts val="0"/>
              </a:spcAft>
              <a:buClr>
                <a:schemeClr val="dk2"/>
              </a:buClr>
              <a:buSzPts val="1600"/>
              <a:buNone/>
              <a:defRPr sz="1600"/>
            </a:lvl6pPr>
            <a:lvl7pPr lvl="6" algn="ctr">
              <a:lnSpc>
                <a:spcPct val="94000"/>
              </a:lnSpc>
              <a:spcBef>
                <a:spcPts val="500"/>
              </a:spcBef>
              <a:spcAft>
                <a:spcPts val="0"/>
              </a:spcAft>
              <a:buClr>
                <a:schemeClr val="dk2"/>
              </a:buClr>
              <a:buSzPts val="1600"/>
              <a:buNone/>
              <a:defRPr sz="1600"/>
            </a:lvl7pPr>
            <a:lvl8pPr lvl="7" algn="ctr">
              <a:lnSpc>
                <a:spcPct val="94000"/>
              </a:lnSpc>
              <a:spcBef>
                <a:spcPts val="500"/>
              </a:spcBef>
              <a:spcAft>
                <a:spcPts val="0"/>
              </a:spcAft>
              <a:buClr>
                <a:schemeClr val="dk2"/>
              </a:buClr>
              <a:buSzPts val="1600"/>
              <a:buNone/>
              <a:defRPr sz="1600"/>
            </a:lvl8pPr>
            <a:lvl9pPr lvl="8" algn="ctr">
              <a:lnSpc>
                <a:spcPct val="94000"/>
              </a:lnSpc>
              <a:spcBef>
                <a:spcPts val="500"/>
              </a:spcBef>
              <a:spcAft>
                <a:spcPts val="200"/>
              </a:spcAft>
              <a:buClr>
                <a:schemeClr val="dk2"/>
              </a:buClr>
              <a:buSzPts val="1600"/>
              <a:buNone/>
              <a:defRPr sz="1600"/>
            </a:lvl9pPr>
          </a:lstStyle>
          <a:p/>
        </p:txBody>
      </p:sp>
      <p:grpSp>
        <p:nvGrpSpPr>
          <p:cNvPr id="67" name="Google Shape;67;p30"/>
          <p:cNvGrpSpPr/>
          <p:nvPr/>
        </p:nvGrpSpPr>
        <p:grpSpPr>
          <a:xfrm>
            <a:off x="752858" y="744469"/>
            <a:ext cx="10674117" cy="5349671"/>
            <a:chOff x="752858" y="744469"/>
            <a:chExt cx="10674117" cy="5349671"/>
          </a:xfrm>
        </p:grpSpPr>
        <p:sp>
          <p:nvSpPr>
            <p:cNvPr id="68" name="Google Shape;68;p30"/>
            <p:cNvSpPr/>
            <p:nvPr/>
          </p:nvSpPr>
          <p:spPr>
            <a:xfrm>
              <a:off x="8151962" y="1685652"/>
              <a:ext cx="3275013" cy="4408488"/>
            </a:xfrm>
            <a:custGeom>
              <a:rect b="b" l="l" r="r" t="t"/>
              <a:pathLst>
                <a:path extrusionOk="0" h="10000" w="10000">
                  <a:moveTo>
                    <a:pt x="8761" y="0"/>
                  </a:moveTo>
                  <a:lnTo>
                    <a:pt x="10000" y="0"/>
                  </a:lnTo>
                  <a:lnTo>
                    <a:pt x="10000" y="10000"/>
                  </a:lnTo>
                  <a:lnTo>
                    <a:pt x="0" y="10000"/>
                  </a:lnTo>
                  <a:lnTo>
                    <a:pt x="0" y="9126"/>
                  </a:lnTo>
                  <a:lnTo>
                    <a:pt x="8761" y="9127"/>
                  </a:lnTo>
                  <a:lnTo>
                    <a:pt x="8761" y="0"/>
                  </a:lnTo>
                  <a:close/>
                </a:path>
              </a:pathLst>
            </a:custGeom>
            <a:solidFill>
              <a:schemeClr val="dk1"/>
            </a:solidFill>
            <a:ln>
              <a:noFill/>
            </a:ln>
          </p:spPr>
        </p:sp>
        <p:sp>
          <p:nvSpPr>
            <p:cNvPr id="69" name="Google Shape;69;p30"/>
            <p:cNvSpPr/>
            <p:nvPr/>
          </p:nvSpPr>
          <p:spPr>
            <a:xfrm rot="10800000">
              <a:off x="752858" y="744469"/>
              <a:ext cx="3275668" cy="4408488"/>
            </a:xfrm>
            <a:custGeom>
              <a:rect b="b" l="l" r="r" t="t"/>
              <a:pathLst>
                <a:path extrusionOk="0" h="10000" w="10002">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02">
  <p:cSld name="Two content 02">
    <p:bg>
      <p:bgPr>
        <a:solidFill>
          <a:srgbClr val="E7E7E6"/>
        </a:solidFill>
      </p:bgPr>
    </p:bg>
    <p:spTree>
      <p:nvGrpSpPr>
        <p:cNvPr id="70" name="Shape 70"/>
        <p:cNvGrpSpPr/>
        <p:nvPr/>
      </p:nvGrpSpPr>
      <p:grpSpPr>
        <a:xfrm>
          <a:off x="0" y="0"/>
          <a:ext cx="0" cy="0"/>
          <a:chOff x="0" y="0"/>
          <a:chExt cx="0" cy="0"/>
        </a:xfrm>
      </p:grpSpPr>
      <p:sp>
        <p:nvSpPr>
          <p:cNvPr id="71" name="Google Shape;71;p31"/>
          <p:cNvSpPr txBox="1"/>
          <p:nvPr>
            <p:ph type="title"/>
          </p:nvPr>
        </p:nvSpPr>
        <p:spPr>
          <a:xfrm>
            <a:off x="1371600" y="685800"/>
            <a:ext cx="4663440" cy="576072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3600"/>
              <a:buFont typeface="Libre Franklin"/>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2" name="Google Shape;72;p31"/>
          <p:cNvSpPr txBox="1"/>
          <p:nvPr>
            <p:ph idx="1" type="body"/>
          </p:nvPr>
        </p:nvSpPr>
        <p:spPr>
          <a:xfrm>
            <a:off x="6309360" y="685800"/>
            <a:ext cx="5212080" cy="2651760"/>
          </a:xfrm>
          <a:prstGeom prst="rect">
            <a:avLst/>
          </a:prstGeom>
          <a:noFill/>
          <a:ln>
            <a:noFill/>
          </a:ln>
        </p:spPr>
        <p:txBody>
          <a:bodyPr anchorCtr="0" anchor="t" bIns="45700" lIns="91425" spcFirstLastPara="1" rIns="91425" wrap="square" tIns="45700">
            <a:normAutofit/>
          </a:bodyPr>
          <a:lstStyle>
            <a:lvl1pPr indent="-228600" lvl="0" marL="457200" algn="l">
              <a:lnSpc>
                <a:spcPct val="94000"/>
              </a:lnSpc>
              <a:spcBef>
                <a:spcPts val="1000"/>
              </a:spcBef>
              <a:spcAft>
                <a:spcPts val="0"/>
              </a:spcAft>
              <a:buClr>
                <a:schemeClr val="dk2"/>
              </a:buClr>
              <a:buSzPts val="1400"/>
              <a:buNone/>
              <a:defRPr/>
            </a:lvl1pPr>
            <a:lvl2pPr indent="-317500" lvl="1" marL="914400" algn="l">
              <a:lnSpc>
                <a:spcPct val="94000"/>
              </a:lnSpc>
              <a:spcBef>
                <a:spcPts val="500"/>
              </a:spcBef>
              <a:spcAft>
                <a:spcPts val="0"/>
              </a:spcAft>
              <a:buClr>
                <a:schemeClr val="dk2"/>
              </a:buClr>
              <a:buSzPts val="1400"/>
              <a:buFont typeface="Libre Franklin"/>
              <a:buChar char="■"/>
              <a:defRPr/>
            </a:lvl2pPr>
            <a:lvl3pPr indent="-308610" lvl="2" marL="1371600" algn="l">
              <a:lnSpc>
                <a:spcPct val="94000"/>
              </a:lnSpc>
              <a:spcBef>
                <a:spcPts val="500"/>
              </a:spcBef>
              <a:spcAft>
                <a:spcPts val="0"/>
              </a:spcAft>
              <a:buClr>
                <a:schemeClr val="dk2"/>
              </a:buClr>
              <a:buSzPts val="1260"/>
              <a:buFont typeface="Libre Franklin"/>
              <a:buChar char="–"/>
              <a:defRPr/>
            </a:lvl3pPr>
            <a:lvl4pPr indent="-308610" lvl="3" marL="1828800" algn="l">
              <a:lnSpc>
                <a:spcPct val="94000"/>
              </a:lnSpc>
              <a:spcBef>
                <a:spcPts val="500"/>
              </a:spcBef>
              <a:spcAft>
                <a:spcPts val="0"/>
              </a:spcAft>
              <a:buClr>
                <a:schemeClr val="dk2"/>
              </a:buClr>
              <a:buSzPts val="1260"/>
              <a:buFont typeface="Libre Franklin"/>
              <a:buChar char="■"/>
              <a:defRPr/>
            </a:lvl4pPr>
            <a:lvl5pPr indent="-299720" lvl="4" marL="2286000" algn="l">
              <a:lnSpc>
                <a:spcPct val="94000"/>
              </a:lnSpc>
              <a:spcBef>
                <a:spcPts val="500"/>
              </a:spcBef>
              <a:spcAft>
                <a:spcPts val="0"/>
              </a:spcAft>
              <a:buClr>
                <a:schemeClr val="dk2"/>
              </a:buClr>
              <a:buSzPts val="1120"/>
              <a:buFont typeface="Libre Franklin"/>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73" name="Google Shape;73;p31"/>
          <p:cNvSpPr txBox="1"/>
          <p:nvPr>
            <p:ph idx="2" type="body"/>
          </p:nvPr>
        </p:nvSpPr>
        <p:spPr>
          <a:xfrm>
            <a:off x="6309360" y="3637722"/>
            <a:ext cx="5212080" cy="2651760"/>
          </a:xfrm>
          <a:prstGeom prst="rect">
            <a:avLst/>
          </a:prstGeom>
          <a:noFill/>
          <a:ln>
            <a:noFill/>
          </a:ln>
        </p:spPr>
        <p:txBody>
          <a:bodyPr anchorCtr="0" anchor="t" bIns="45700" lIns="91425" spcFirstLastPara="1" rIns="91425" wrap="square" tIns="45700">
            <a:normAutofit/>
          </a:bodyPr>
          <a:lstStyle>
            <a:lvl1pPr indent="-228600" lvl="0" marL="457200" algn="l">
              <a:lnSpc>
                <a:spcPct val="94000"/>
              </a:lnSpc>
              <a:spcBef>
                <a:spcPts val="1000"/>
              </a:spcBef>
              <a:spcAft>
                <a:spcPts val="0"/>
              </a:spcAft>
              <a:buClr>
                <a:schemeClr val="dk2"/>
              </a:buClr>
              <a:buSzPts val="1400"/>
              <a:buNone/>
              <a:defRPr/>
            </a:lvl1pPr>
            <a:lvl2pPr indent="-317500" lvl="1" marL="914400" algn="l">
              <a:lnSpc>
                <a:spcPct val="94000"/>
              </a:lnSpc>
              <a:spcBef>
                <a:spcPts val="500"/>
              </a:spcBef>
              <a:spcAft>
                <a:spcPts val="0"/>
              </a:spcAft>
              <a:buClr>
                <a:schemeClr val="dk2"/>
              </a:buClr>
              <a:buSzPts val="1400"/>
              <a:buFont typeface="Libre Franklin"/>
              <a:buChar char="■"/>
              <a:defRPr/>
            </a:lvl2pPr>
            <a:lvl3pPr indent="-308610" lvl="2" marL="1371600" algn="l">
              <a:lnSpc>
                <a:spcPct val="94000"/>
              </a:lnSpc>
              <a:spcBef>
                <a:spcPts val="500"/>
              </a:spcBef>
              <a:spcAft>
                <a:spcPts val="0"/>
              </a:spcAft>
              <a:buClr>
                <a:schemeClr val="dk2"/>
              </a:buClr>
              <a:buSzPts val="1260"/>
              <a:buFont typeface="Libre Franklin"/>
              <a:buChar char="–"/>
              <a:defRPr/>
            </a:lvl3pPr>
            <a:lvl4pPr indent="-308610" lvl="3" marL="1828800" algn="l">
              <a:lnSpc>
                <a:spcPct val="94000"/>
              </a:lnSpc>
              <a:spcBef>
                <a:spcPts val="500"/>
              </a:spcBef>
              <a:spcAft>
                <a:spcPts val="0"/>
              </a:spcAft>
              <a:buClr>
                <a:schemeClr val="dk2"/>
              </a:buClr>
              <a:buSzPts val="1260"/>
              <a:buFont typeface="Libre Franklin"/>
              <a:buChar char="■"/>
              <a:defRPr/>
            </a:lvl4pPr>
            <a:lvl5pPr indent="-299720" lvl="4" marL="2286000" algn="l">
              <a:lnSpc>
                <a:spcPct val="94000"/>
              </a:lnSpc>
              <a:spcBef>
                <a:spcPts val="500"/>
              </a:spcBef>
              <a:spcAft>
                <a:spcPts val="0"/>
              </a:spcAft>
              <a:buClr>
                <a:schemeClr val="dk2"/>
              </a:buClr>
              <a:buSzPts val="1120"/>
              <a:buFont typeface="Libre Franklin"/>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74" name="Google Shape;74;p31"/>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1"/>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1"/>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02">
  <p:cSld name="Title and content 02">
    <p:bg>
      <p:bgPr>
        <a:solidFill>
          <a:srgbClr val="E7E7E6"/>
        </a:solidFill>
      </p:bgPr>
    </p:bg>
    <p:spTree>
      <p:nvGrpSpPr>
        <p:cNvPr id="77" name="Shape 77"/>
        <p:cNvGrpSpPr/>
        <p:nvPr/>
      </p:nvGrpSpPr>
      <p:grpSpPr>
        <a:xfrm>
          <a:off x="0" y="0"/>
          <a:ext cx="0" cy="0"/>
          <a:chOff x="0" y="0"/>
          <a:chExt cx="0" cy="0"/>
        </a:xfrm>
      </p:grpSpPr>
      <p:sp>
        <p:nvSpPr>
          <p:cNvPr id="78" name="Google Shape;78;p32"/>
          <p:cNvSpPr txBox="1"/>
          <p:nvPr>
            <p:ph type="title"/>
          </p:nvPr>
        </p:nvSpPr>
        <p:spPr>
          <a:xfrm>
            <a:off x="1371600" y="685800"/>
            <a:ext cx="10149840" cy="1645920"/>
          </a:xfrm>
          <a:prstGeom prst="rect">
            <a:avLst/>
          </a:prstGeom>
          <a:noFill/>
          <a:ln>
            <a:noFill/>
          </a:ln>
        </p:spPr>
        <p:txBody>
          <a:bodyPr anchorCtr="0" anchor="t" bIns="45700" lIns="91425" spcFirstLastPara="1" rIns="91425" wrap="square" tIns="45700">
            <a:normAutofit/>
          </a:bodyPr>
          <a:lstStyle>
            <a:lvl1pPr lvl="0" algn="l">
              <a:lnSpc>
                <a:spcPct val="89000"/>
              </a:lnSpc>
              <a:spcBef>
                <a:spcPts val="0"/>
              </a:spcBef>
              <a:spcAft>
                <a:spcPts val="0"/>
              </a:spcAft>
              <a:buClr>
                <a:schemeClr val="dk2"/>
              </a:buClr>
              <a:buSzPts val="3600"/>
              <a:buFont typeface="Libre Franklin"/>
              <a:buNone/>
              <a:defRPr b="1"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32"/>
          <p:cNvSpPr txBox="1"/>
          <p:nvPr>
            <p:ph idx="1" type="body"/>
          </p:nvPr>
        </p:nvSpPr>
        <p:spPr>
          <a:xfrm>
            <a:off x="1426464" y="2743200"/>
            <a:ext cx="10149840" cy="3456432"/>
          </a:xfrm>
          <a:prstGeom prst="rect">
            <a:avLst/>
          </a:prstGeom>
          <a:noFill/>
          <a:ln>
            <a:noFill/>
          </a:ln>
        </p:spPr>
        <p:txBody>
          <a:bodyPr anchorCtr="0" anchor="t" bIns="45700" lIns="91425" spcFirstLastPara="1" rIns="91425" wrap="square" tIns="45700">
            <a:normAutofit/>
          </a:bodyPr>
          <a:lstStyle>
            <a:lvl1pPr indent="-317500" lvl="0" marL="457200" algn="l">
              <a:lnSpc>
                <a:spcPct val="94000"/>
              </a:lnSpc>
              <a:spcBef>
                <a:spcPts val="1000"/>
              </a:spcBef>
              <a:spcAft>
                <a:spcPts val="0"/>
              </a:spcAft>
              <a:buClr>
                <a:schemeClr val="dk2"/>
              </a:buClr>
              <a:buSzPts val="1400"/>
              <a:buChar char="■"/>
              <a:defRPr/>
            </a:lvl1pPr>
            <a:lvl2pPr indent="-342900" lvl="1" marL="914400" algn="l">
              <a:lnSpc>
                <a:spcPct val="94000"/>
              </a:lnSpc>
              <a:spcBef>
                <a:spcPts val="500"/>
              </a:spcBef>
              <a:spcAft>
                <a:spcPts val="0"/>
              </a:spcAft>
              <a:buClr>
                <a:schemeClr val="dk2"/>
              </a:buClr>
              <a:buSzPts val="1800"/>
              <a:buChar char="–"/>
              <a:defRPr/>
            </a:lvl2pPr>
            <a:lvl3pPr indent="-308610" lvl="2" marL="1371600" algn="l">
              <a:lnSpc>
                <a:spcPct val="94000"/>
              </a:lnSpc>
              <a:spcBef>
                <a:spcPts val="500"/>
              </a:spcBef>
              <a:spcAft>
                <a:spcPts val="0"/>
              </a:spcAft>
              <a:buClr>
                <a:schemeClr val="dk2"/>
              </a:buClr>
              <a:buSzPts val="1260"/>
              <a:buChar char="■"/>
              <a:defRPr/>
            </a:lvl3pPr>
            <a:lvl4pPr indent="-342900" lvl="3" marL="1828800" algn="l">
              <a:lnSpc>
                <a:spcPct val="94000"/>
              </a:lnSpc>
              <a:spcBef>
                <a:spcPts val="500"/>
              </a:spcBef>
              <a:spcAft>
                <a:spcPts val="0"/>
              </a:spcAft>
              <a:buClr>
                <a:schemeClr val="dk2"/>
              </a:buClr>
              <a:buSzPts val="1800"/>
              <a:buChar char="–"/>
              <a:defRPr/>
            </a:lvl4pPr>
            <a:lvl5pPr indent="-299720" lvl="4" marL="2286000" algn="l">
              <a:lnSpc>
                <a:spcPct val="94000"/>
              </a:lnSpc>
              <a:spcBef>
                <a:spcPts val="500"/>
              </a:spcBef>
              <a:spcAft>
                <a:spcPts val="0"/>
              </a:spcAft>
              <a:buClr>
                <a:schemeClr val="dk2"/>
              </a:buClr>
              <a:buSzPts val="1120"/>
              <a:buChar char="■"/>
              <a:defRPr/>
            </a:lvl5pPr>
            <a:lvl6pPr indent="-342900" lvl="5" marL="2743200" algn="l">
              <a:lnSpc>
                <a:spcPct val="94000"/>
              </a:lnSpc>
              <a:spcBef>
                <a:spcPts val="500"/>
              </a:spcBef>
              <a:spcAft>
                <a:spcPts val="0"/>
              </a:spcAft>
              <a:buClr>
                <a:schemeClr val="dk2"/>
              </a:buClr>
              <a:buSzPts val="1800"/>
              <a:buChar char="–"/>
              <a:defRPr/>
            </a:lvl6pPr>
            <a:lvl7pPr indent="-342900" lvl="6" marL="3200400" algn="l">
              <a:lnSpc>
                <a:spcPct val="94000"/>
              </a:lnSpc>
              <a:spcBef>
                <a:spcPts val="500"/>
              </a:spcBef>
              <a:spcAft>
                <a:spcPts val="0"/>
              </a:spcAft>
              <a:buClr>
                <a:schemeClr val="dk2"/>
              </a:buClr>
              <a:buSzPts val="1800"/>
              <a:buChar char="■"/>
              <a:defRPr/>
            </a:lvl7pPr>
            <a:lvl8pPr indent="-342900" lvl="7" marL="3657600" algn="l">
              <a:lnSpc>
                <a:spcPct val="94000"/>
              </a:lnSpc>
              <a:spcBef>
                <a:spcPts val="500"/>
              </a:spcBef>
              <a:spcAft>
                <a:spcPts val="0"/>
              </a:spcAft>
              <a:buClr>
                <a:schemeClr val="dk2"/>
              </a:buClr>
              <a:buSzPts val="1800"/>
              <a:buChar char="–"/>
              <a:defRPr/>
            </a:lvl8pPr>
            <a:lvl9pPr indent="-342900" lvl="8" marL="4114800" algn="l">
              <a:lnSpc>
                <a:spcPct val="94000"/>
              </a:lnSpc>
              <a:spcBef>
                <a:spcPts val="500"/>
              </a:spcBef>
              <a:spcAft>
                <a:spcPts val="200"/>
              </a:spcAft>
              <a:buClr>
                <a:schemeClr val="dk2"/>
              </a:buClr>
              <a:buSzPts val="1800"/>
              <a:buChar char="■"/>
              <a:defRPr/>
            </a:lvl9pPr>
          </a:lstStyle>
          <a:p/>
        </p:txBody>
      </p:sp>
      <p:sp>
        <p:nvSpPr>
          <p:cNvPr id="80" name="Google Shape;80;p32"/>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32"/>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2"/>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9" name="Shape 9"/>
        <p:cNvGrpSpPr/>
        <p:nvPr/>
      </p:nvGrpSpPr>
      <p:grpSpPr>
        <a:xfrm>
          <a:off x="0" y="0"/>
          <a:ext cx="0" cy="0"/>
          <a:chOff x="0" y="0"/>
          <a:chExt cx="0" cy="0"/>
        </a:xfrm>
      </p:grpSpPr>
      <p:sp>
        <p:nvSpPr>
          <p:cNvPr id="10" name="Google Shape;10;p21"/>
          <p:cNvSpPr txBox="1"/>
          <p:nvPr>
            <p:ph type="title"/>
          </p:nvPr>
        </p:nvSpPr>
        <p:spPr>
          <a:xfrm>
            <a:off x="1371600" y="685800"/>
            <a:ext cx="9601200" cy="1485900"/>
          </a:xfrm>
          <a:prstGeom prst="rect">
            <a:avLst/>
          </a:prstGeom>
          <a:noFill/>
          <a:ln>
            <a:noFill/>
          </a:ln>
        </p:spPr>
        <p:txBody>
          <a:bodyPr anchorCtr="0" anchor="t" bIns="45700" lIns="91425" spcFirstLastPara="1" rIns="91425" wrap="square" tIns="45700">
            <a:normAutofit/>
          </a:bodyPr>
          <a:lstStyle>
            <a:lvl1pPr lvl="0" marR="0" rtl="0" algn="l">
              <a:lnSpc>
                <a:spcPct val="89000"/>
              </a:lnSpc>
              <a:spcBef>
                <a:spcPts val="0"/>
              </a:spcBef>
              <a:spcAft>
                <a:spcPts val="0"/>
              </a:spcAft>
              <a:buClr>
                <a:schemeClr val="dk2"/>
              </a:buClr>
              <a:buSzPts val="4400"/>
              <a:buFont typeface="Libre Franklin"/>
              <a:buNone/>
              <a:defRPr b="1" i="0" sz="4400" u="none" cap="none" strike="noStrike">
                <a:solidFill>
                  <a:schemeClr val="dk2"/>
                </a:solidFill>
                <a:latin typeface="Libre Franklin"/>
                <a:ea typeface="Libre Franklin"/>
                <a:cs typeface="Libre Franklin"/>
                <a:sym typeface="Libre Franklin"/>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1"/>
          <p:cNvSpPr txBox="1"/>
          <p:nvPr>
            <p:ph idx="1" type="body"/>
          </p:nvPr>
        </p:nvSpPr>
        <p:spPr>
          <a:xfrm>
            <a:off x="1371600" y="2286000"/>
            <a:ext cx="9601200" cy="3581400"/>
          </a:xfrm>
          <a:prstGeom prst="rect">
            <a:avLst/>
          </a:prstGeom>
          <a:noFill/>
          <a:ln>
            <a:noFill/>
          </a:ln>
        </p:spPr>
        <p:txBody>
          <a:bodyPr anchorCtr="0" anchor="t" bIns="45700" lIns="91425" spcFirstLastPara="1" rIns="91425" wrap="square" tIns="45700">
            <a:normAutofit/>
          </a:bodyPr>
          <a:lstStyle>
            <a:lvl1pPr indent="-355600" lvl="0" marL="457200" marR="0" rtl="0" algn="l">
              <a:lnSpc>
                <a:spcPct val="94000"/>
              </a:lnSpc>
              <a:spcBef>
                <a:spcPts val="1000"/>
              </a:spcBef>
              <a:spcAft>
                <a:spcPts val="0"/>
              </a:spcAft>
              <a:buClr>
                <a:schemeClr val="dk2"/>
              </a:buClr>
              <a:buSzPts val="2000"/>
              <a:buFont typeface="Libre Franklin"/>
              <a:buChar char="■"/>
              <a:defRPr b="0" i="0" sz="2000" u="none" cap="none" strike="noStrike">
                <a:solidFill>
                  <a:schemeClr val="dk2"/>
                </a:solidFill>
                <a:latin typeface="Libre Franklin"/>
                <a:ea typeface="Libre Franklin"/>
                <a:cs typeface="Libre Franklin"/>
                <a:sym typeface="Libre Franklin"/>
              </a:defRPr>
            </a:lvl1pPr>
            <a:lvl2pPr indent="-355600" lvl="1" marL="914400" marR="0" rtl="0" algn="l">
              <a:lnSpc>
                <a:spcPct val="94000"/>
              </a:lnSpc>
              <a:spcBef>
                <a:spcPts val="500"/>
              </a:spcBef>
              <a:spcAft>
                <a:spcPts val="0"/>
              </a:spcAft>
              <a:buClr>
                <a:schemeClr val="dk2"/>
              </a:buClr>
              <a:buSzPts val="2000"/>
              <a:buFont typeface="Libre Franklin"/>
              <a:buChar char="–"/>
              <a:defRPr b="0" i="1" sz="2000" u="none" cap="none" strike="noStrike">
                <a:solidFill>
                  <a:schemeClr val="dk2"/>
                </a:solidFill>
                <a:latin typeface="Libre Franklin"/>
                <a:ea typeface="Libre Franklin"/>
                <a:cs typeface="Libre Franklin"/>
                <a:sym typeface="Libre Franklin"/>
              </a:defRPr>
            </a:lvl2pPr>
            <a:lvl3pPr indent="-342900" lvl="2" marL="1371600" marR="0" rtl="0" algn="l">
              <a:lnSpc>
                <a:spcPct val="94000"/>
              </a:lnSpc>
              <a:spcBef>
                <a:spcPts val="500"/>
              </a:spcBef>
              <a:spcAft>
                <a:spcPts val="0"/>
              </a:spcAft>
              <a:buClr>
                <a:schemeClr val="dk2"/>
              </a:buClr>
              <a:buSzPts val="1800"/>
              <a:buFont typeface="Libre Franklin"/>
              <a:buChar char="■"/>
              <a:defRPr b="0" i="0" sz="1800" u="none" cap="none" strike="noStrike">
                <a:solidFill>
                  <a:schemeClr val="dk2"/>
                </a:solidFill>
                <a:latin typeface="Libre Franklin"/>
                <a:ea typeface="Libre Franklin"/>
                <a:cs typeface="Libre Franklin"/>
                <a:sym typeface="Libre Franklin"/>
              </a:defRPr>
            </a:lvl3pPr>
            <a:lvl4pPr indent="-342900" lvl="3" marL="1828800" marR="0" rtl="0" algn="l">
              <a:lnSpc>
                <a:spcPct val="94000"/>
              </a:lnSpc>
              <a:spcBef>
                <a:spcPts val="500"/>
              </a:spcBef>
              <a:spcAft>
                <a:spcPts val="0"/>
              </a:spcAft>
              <a:buClr>
                <a:schemeClr val="dk2"/>
              </a:buClr>
              <a:buSzPts val="1800"/>
              <a:buFont typeface="Libre Franklin"/>
              <a:buChar char="–"/>
              <a:defRPr b="0" i="1" sz="1800" u="none" cap="none" strike="noStrike">
                <a:solidFill>
                  <a:schemeClr val="dk2"/>
                </a:solidFill>
                <a:latin typeface="Libre Franklin"/>
                <a:ea typeface="Libre Franklin"/>
                <a:cs typeface="Libre Franklin"/>
                <a:sym typeface="Libre Franklin"/>
              </a:defRPr>
            </a:lvl4pPr>
            <a:lvl5pPr indent="-330200" lvl="4" marL="2286000" marR="0" rtl="0" algn="l">
              <a:lnSpc>
                <a:spcPct val="94000"/>
              </a:lnSpc>
              <a:spcBef>
                <a:spcPts val="500"/>
              </a:spcBef>
              <a:spcAft>
                <a:spcPts val="0"/>
              </a:spcAft>
              <a:buClr>
                <a:schemeClr val="dk2"/>
              </a:buClr>
              <a:buSzPts val="1600"/>
              <a:buFont typeface="Libre Franklin"/>
              <a:buChar char="■"/>
              <a:defRPr b="0" i="0" sz="1600" u="none" cap="none" strike="noStrike">
                <a:solidFill>
                  <a:schemeClr val="dk2"/>
                </a:solidFill>
                <a:latin typeface="Libre Franklin"/>
                <a:ea typeface="Libre Franklin"/>
                <a:cs typeface="Libre Franklin"/>
                <a:sym typeface="Libre Franklin"/>
              </a:defRPr>
            </a:lvl5pPr>
            <a:lvl6pPr indent="-330200" lvl="5" marL="2743200" marR="0" rtl="0" algn="l">
              <a:lnSpc>
                <a:spcPct val="94000"/>
              </a:lnSpc>
              <a:spcBef>
                <a:spcPts val="500"/>
              </a:spcBef>
              <a:spcAft>
                <a:spcPts val="0"/>
              </a:spcAft>
              <a:buClr>
                <a:schemeClr val="dk2"/>
              </a:buClr>
              <a:buSzPts val="1600"/>
              <a:buFont typeface="Libre Franklin"/>
              <a:buChar char="–"/>
              <a:defRPr b="0" i="1" sz="1600" u="none" cap="none" strike="noStrike">
                <a:solidFill>
                  <a:schemeClr val="dk2"/>
                </a:solidFill>
                <a:latin typeface="Libre Franklin"/>
                <a:ea typeface="Libre Franklin"/>
                <a:cs typeface="Libre Franklin"/>
                <a:sym typeface="Libre Franklin"/>
              </a:defRPr>
            </a:lvl6pPr>
            <a:lvl7pPr indent="-317500" lvl="6" marL="3200400" marR="0" rtl="0" algn="l">
              <a:lnSpc>
                <a:spcPct val="94000"/>
              </a:lnSpc>
              <a:spcBef>
                <a:spcPts val="500"/>
              </a:spcBef>
              <a:spcAft>
                <a:spcPts val="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7pPr>
            <a:lvl8pPr indent="-317500" lvl="7" marL="3657600" marR="0" rtl="0" algn="l">
              <a:lnSpc>
                <a:spcPct val="94000"/>
              </a:lnSpc>
              <a:spcBef>
                <a:spcPts val="500"/>
              </a:spcBef>
              <a:spcAft>
                <a:spcPts val="0"/>
              </a:spcAft>
              <a:buClr>
                <a:schemeClr val="dk2"/>
              </a:buClr>
              <a:buSzPts val="1400"/>
              <a:buFont typeface="Libre Franklin"/>
              <a:buChar char="–"/>
              <a:defRPr b="0" i="1" sz="1400" u="none" cap="none" strike="noStrike">
                <a:solidFill>
                  <a:schemeClr val="dk2"/>
                </a:solidFill>
                <a:latin typeface="Libre Franklin"/>
                <a:ea typeface="Libre Franklin"/>
                <a:cs typeface="Libre Franklin"/>
                <a:sym typeface="Libre Franklin"/>
              </a:defRPr>
            </a:lvl8pPr>
            <a:lvl9pPr indent="-317500" lvl="8" marL="4114800" marR="0" rtl="0" algn="l">
              <a:lnSpc>
                <a:spcPct val="94000"/>
              </a:lnSpc>
              <a:spcBef>
                <a:spcPts val="500"/>
              </a:spcBef>
              <a:spcAft>
                <a:spcPts val="200"/>
              </a:spcAft>
              <a:buClr>
                <a:schemeClr val="dk2"/>
              </a:buClr>
              <a:buSzPts val="1400"/>
              <a:buFont typeface="Libre Franklin"/>
              <a:buChar char="■"/>
              <a:defRPr b="0" i="0" sz="1400" u="none" cap="none" strike="noStrike">
                <a:solidFill>
                  <a:schemeClr val="dk2"/>
                </a:solidFill>
                <a:latin typeface="Libre Franklin"/>
                <a:ea typeface="Libre Franklin"/>
                <a:cs typeface="Libre Franklin"/>
                <a:sym typeface="Libre Franklin"/>
              </a:defRPr>
            </a:lvl9pPr>
          </a:lstStyle>
          <a:p/>
        </p:txBody>
      </p:sp>
      <p:sp>
        <p:nvSpPr>
          <p:cNvPr id="12" name="Google Shape;12;p21"/>
          <p:cNvSpPr txBox="1"/>
          <p:nvPr>
            <p:ph idx="10" type="dt"/>
          </p:nvPr>
        </p:nvSpPr>
        <p:spPr>
          <a:xfrm>
            <a:off x="1390650" y="6453386"/>
            <a:ext cx="1204572"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3" name="Google Shape;13;p21"/>
          <p:cNvSpPr txBox="1"/>
          <p:nvPr>
            <p:ph idx="11" type="ftr"/>
          </p:nvPr>
        </p:nvSpPr>
        <p:spPr>
          <a:xfrm>
            <a:off x="2893564" y="6453386"/>
            <a:ext cx="6280830" cy="404614"/>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2"/>
                </a:solidFill>
                <a:latin typeface="Libre Franklin"/>
                <a:ea typeface="Libre Franklin"/>
                <a:cs typeface="Libre Franklin"/>
                <a:sym typeface="Libre Franklin"/>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4" name="Google Shape;14;p21"/>
          <p:cNvSpPr txBox="1"/>
          <p:nvPr>
            <p:ph idx="12" type="sldNum"/>
          </p:nvPr>
        </p:nvSpPr>
        <p:spPr>
          <a:xfrm>
            <a:off x="9472736" y="6453386"/>
            <a:ext cx="1596292" cy="404614"/>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chemeClr val="dk2"/>
                </a:solidFill>
                <a:latin typeface="Libre Franklin"/>
                <a:ea typeface="Libre Franklin"/>
                <a:cs typeface="Libre Franklin"/>
                <a:sym typeface="Libre Franklin"/>
              </a:defRPr>
            </a:lvl1pPr>
            <a:lvl2pPr indent="0" lvl="1" marL="0" marR="0" rtl="0" algn="r">
              <a:spcBef>
                <a:spcPts val="0"/>
              </a:spcBef>
              <a:buNone/>
              <a:defRPr b="0" i="0" sz="1200" u="none" cap="none" strike="noStrike">
                <a:solidFill>
                  <a:schemeClr val="dk2"/>
                </a:solidFill>
                <a:latin typeface="Libre Franklin"/>
                <a:ea typeface="Libre Franklin"/>
                <a:cs typeface="Libre Franklin"/>
                <a:sym typeface="Libre Franklin"/>
              </a:defRPr>
            </a:lvl2pPr>
            <a:lvl3pPr indent="0" lvl="2" marL="0" marR="0" rtl="0" algn="r">
              <a:spcBef>
                <a:spcPts val="0"/>
              </a:spcBef>
              <a:buNone/>
              <a:defRPr b="0" i="0" sz="1200" u="none" cap="none" strike="noStrike">
                <a:solidFill>
                  <a:schemeClr val="dk2"/>
                </a:solidFill>
                <a:latin typeface="Libre Franklin"/>
                <a:ea typeface="Libre Franklin"/>
                <a:cs typeface="Libre Franklin"/>
                <a:sym typeface="Libre Franklin"/>
              </a:defRPr>
            </a:lvl3pPr>
            <a:lvl4pPr indent="0" lvl="3" marL="0" marR="0" rtl="0" algn="r">
              <a:spcBef>
                <a:spcPts val="0"/>
              </a:spcBef>
              <a:buNone/>
              <a:defRPr b="0" i="0" sz="1200" u="none" cap="none" strike="noStrike">
                <a:solidFill>
                  <a:schemeClr val="dk2"/>
                </a:solidFill>
                <a:latin typeface="Libre Franklin"/>
                <a:ea typeface="Libre Franklin"/>
                <a:cs typeface="Libre Franklin"/>
                <a:sym typeface="Libre Franklin"/>
              </a:defRPr>
            </a:lvl4pPr>
            <a:lvl5pPr indent="0" lvl="4" marL="0" marR="0" rtl="0" algn="r">
              <a:spcBef>
                <a:spcPts val="0"/>
              </a:spcBef>
              <a:buNone/>
              <a:defRPr b="0" i="0" sz="1200" u="none" cap="none" strike="noStrike">
                <a:solidFill>
                  <a:schemeClr val="dk2"/>
                </a:solidFill>
                <a:latin typeface="Libre Franklin"/>
                <a:ea typeface="Libre Franklin"/>
                <a:cs typeface="Libre Franklin"/>
                <a:sym typeface="Libre Franklin"/>
              </a:defRPr>
            </a:lvl5pPr>
            <a:lvl6pPr indent="0" lvl="5" marL="0" marR="0" rtl="0" algn="r">
              <a:spcBef>
                <a:spcPts val="0"/>
              </a:spcBef>
              <a:buNone/>
              <a:defRPr b="0" i="0" sz="1200" u="none" cap="none" strike="noStrike">
                <a:solidFill>
                  <a:schemeClr val="dk2"/>
                </a:solidFill>
                <a:latin typeface="Libre Franklin"/>
                <a:ea typeface="Libre Franklin"/>
                <a:cs typeface="Libre Franklin"/>
                <a:sym typeface="Libre Franklin"/>
              </a:defRPr>
            </a:lvl6pPr>
            <a:lvl7pPr indent="0" lvl="6" marL="0" marR="0" rtl="0" algn="r">
              <a:spcBef>
                <a:spcPts val="0"/>
              </a:spcBef>
              <a:buNone/>
              <a:defRPr b="0" i="0" sz="1200" u="none" cap="none" strike="noStrike">
                <a:solidFill>
                  <a:schemeClr val="dk2"/>
                </a:solidFill>
                <a:latin typeface="Libre Franklin"/>
                <a:ea typeface="Libre Franklin"/>
                <a:cs typeface="Libre Franklin"/>
                <a:sym typeface="Libre Franklin"/>
              </a:defRPr>
            </a:lvl7pPr>
            <a:lvl8pPr indent="0" lvl="7" marL="0" marR="0" rtl="0" algn="r">
              <a:spcBef>
                <a:spcPts val="0"/>
              </a:spcBef>
              <a:buNone/>
              <a:defRPr b="0" i="0" sz="1200" u="none" cap="none" strike="noStrike">
                <a:solidFill>
                  <a:schemeClr val="dk2"/>
                </a:solidFill>
                <a:latin typeface="Libre Franklin"/>
                <a:ea typeface="Libre Franklin"/>
                <a:cs typeface="Libre Franklin"/>
                <a:sym typeface="Libre Franklin"/>
              </a:defRPr>
            </a:lvl8pPr>
            <a:lvl9pPr indent="0" lvl="8" marL="0" marR="0" rtl="0" algn="r">
              <a:spcBef>
                <a:spcPts val="0"/>
              </a:spcBef>
              <a:buNone/>
              <a:defRPr b="0" i="0" sz="1200" u="none" cap="none" strike="noStrike">
                <a:solidFill>
                  <a:schemeClr val="dk2"/>
                </a:solidFill>
                <a:latin typeface="Libre Franklin"/>
                <a:ea typeface="Libre Franklin"/>
                <a:cs typeface="Libre Franklin"/>
                <a:sym typeface="Libre Franklin"/>
              </a:defRPr>
            </a:lvl9pPr>
          </a:lstStyle>
          <a:p>
            <a:pPr indent="0" lvl="0" marL="0" rtl="0" algn="r">
              <a:spcBef>
                <a:spcPts val="0"/>
              </a:spcBef>
              <a:spcAft>
                <a:spcPts val="0"/>
              </a:spcAft>
              <a:buNone/>
            </a:pPr>
            <a:fld id="{00000000-1234-1234-1234-123412341234}" type="slidenum">
              <a:rPr lang="en-US"/>
              <a:t>‹#›</a:t>
            </a:fld>
            <a:endParaRPr/>
          </a:p>
        </p:txBody>
      </p:sp>
      <p:sp>
        <p:nvSpPr>
          <p:cNvPr id="15" name="Google Shape;15;p21" title="Side bar"/>
          <p:cNvSpPr/>
          <p:nvPr/>
        </p:nvSpPr>
        <p:spPr>
          <a:xfrm>
            <a:off x="478095" y="376"/>
            <a:ext cx="228600" cy="68580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368">
          <p15:clr>
            <a:srgbClr val="F26B43"/>
          </p15:clr>
        </p15:guide>
        <p15:guide id="2" orient="horz" pos="1440">
          <p15:clr>
            <a:srgbClr val="F26B43"/>
          </p15:clr>
        </p15:guide>
        <p15:guide id="3" orient="horz" pos="3696">
          <p15:clr>
            <a:srgbClr val="F26B43"/>
          </p15:clr>
        </p15:guide>
        <p15:guide id="4" orient="horz" pos="432">
          <p15:clr>
            <a:srgbClr val="F26B43"/>
          </p15:clr>
        </p15:guide>
        <p15:guide id="5" orient="horz" pos="1512">
          <p15:clr>
            <a:srgbClr val="F26B43"/>
          </p15:clr>
        </p15:guide>
        <p15:guide id="6" pos="6912">
          <p15:clr>
            <a:srgbClr val="F26B43"/>
          </p15:clr>
        </p15:guide>
        <p15:guide id="7" pos="936">
          <p15:clr>
            <a:srgbClr val="F26B43"/>
          </p15:clr>
        </p15:guide>
        <p15:guide id="8"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3.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86" name="Shape 86"/>
        <p:cNvGrpSpPr/>
        <p:nvPr/>
      </p:nvGrpSpPr>
      <p:grpSpPr>
        <a:xfrm>
          <a:off x="0" y="0"/>
          <a:ext cx="0" cy="0"/>
          <a:chOff x="0" y="0"/>
          <a:chExt cx="0" cy="0"/>
        </a:xfrm>
      </p:grpSpPr>
      <p:sp>
        <p:nvSpPr>
          <p:cNvPr id="87" name="Google Shape;87;p1"/>
          <p:cNvSpPr txBox="1"/>
          <p:nvPr>
            <p:ph type="ctrTitle"/>
          </p:nvPr>
        </p:nvSpPr>
        <p:spPr>
          <a:xfrm>
            <a:off x="1554480" y="1554480"/>
            <a:ext cx="9052560" cy="2377440"/>
          </a:xfrm>
          <a:prstGeom prst="rect">
            <a:avLst/>
          </a:prstGeom>
          <a:noFill/>
          <a:ln>
            <a:noFill/>
          </a:ln>
        </p:spPr>
        <p:txBody>
          <a:bodyPr anchorCtr="0" anchor="t" bIns="45700" lIns="91425" spcFirstLastPara="1" rIns="91425" wrap="square" tIns="45700">
            <a:normAutofit/>
          </a:bodyPr>
          <a:lstStyle/>
          <a:p>
            <a:pPr indent="0" lvl="0" marL="0" rtl="0" algn="l">
              <a:lnSpc>
                <a:spcPct val="89000"/>
              </a:lnSpc>
              <a:spcBef>
                <a:spcPts val="0"/>
              </a:spcBef>
              <a:spcAft>
                <a:spcPts val="0"/>
              </a:spcAft>
              <a:buClr>
                <a:schemeClr val="dk2"/>
              </a:buClr>
              <a:buSzPts val="5400"/>
              <a:buFont typeface="Libre Franklin"/>
              <a:buNone/>
            </a:pPr>
            <a:r>
              <a:rPr lang="en-US">
                <a:latin typeface="Arial"/>
                <a:ea typeface="Arial"/>
                <a:cs typeface="Arial"/>
                <a:sym typeface="Arial"/>
              </a:rPr>
              <a:t>ASTROSAGE ANALYICS</a:t>
            </a:r>
            <a:endParaRPr>
              <a:latin typeface="Arial"/>
              <a:ea typeface="Arial"/>
              <a:cs typeface="Arial"/>
              <a:sym typeface="Arial"/>
            </a:endParaRPr>
          </a:p>
        </p:txBody>
      </p:sp>
      <p:sp>
        <p:nvSpPr>
          <p:cNvPr id="88" name="Google Shape;88;p1"/>
          <p:cNvSpPr txBox="1"/>
          <p:nvPr>
            <p:ph idx="1" type="subTitle"/>
          </p:nvPr>
        </p:nvSpPr>
        <p:spPr>
          <a:xfrm>
            <a:off x="1554480" y="4242816"/>
            <a:ext cx="9052560" cy="1188720"/>
          </a:xfrm>
          <a:prstGeom prst="rect">
            <a:avLst/>
          </a:prstGeom>
          <a:noFill/>
          <a:ln>
            <a:noFill/>
          </a:ln>
        </p:spPr>
        <p:txBody>
          <a:bodyPr anchorCtr="0" anchor="b" bIns="45700" lIns="91425" spcFirstLastPara="1" rIns="91425" wrap="square" tIns="45700">
            <a:normAutofit/>
          </a:bodyPr>
          <a:lstStyle/>
          <a:p>
            <a:pPr indent="0" lvl="0" marL="0" rtl="0" algn="r">
              <a:lnSpc>
                <a:spcPct val="112000"/>
              </a:lnSpc>
              <a:spcBef>
                <a:spcPts val="0"/>
              </a:spcBef>
              <a:spcAft>
                <a:spcPts val="0"/>
              </a:spcAft>
              <a:buClr>
                <a:schemeClr val="dk2"/>
              </a:buClr>
              <a:buSzPts val="2800"/>
              <a:buNone/>
            </a:pPr>
            <a:r>
              <a:rPr lang="en-US">
                <a:latin typeface="Arial"/>
                <a:ea typeface="Arial"/>
                <a:cs typeface="Arial"/>
                <a:sym typeface="Arial"/>
              </a:rPr>
              <a:t>FATHIMA ARSHI</a:t>
            </a:r>
            <a:endParaRPr>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92" name="Shape 92"/>
        <p:cNvGrpSpPr/>
        <p:nvPr/>
      </p:nvGrpSpPr>
      <p:grpSpPr>
        <a:xfrm>
          <a:off x="0" y="0"/>
          <a:ext cx="0" cy="0"/>
          <a:chOff x="0" y="0"/>
          <a:chExt cx="0" cy="0"/>
        </a:xfrm>
      </p:grpSpPr>
      <p:sp>
        <p:nvSpPr>
          <p:cNvPr id="93" name="Google Shape;93;p2"/>
          <p:cNvSpPr txBox="1"/>
          <p:nvPr>
            <p:ph type="title"/>
          </p:nvPr>
        </p:nvSpPr>
        <p:spPr>
          <a:xfrm>
            <a:off x="1371600" y="2963575"/>
            <a:ext cx="4482600" cy="3135300"/>
          </a:xfrm>
          <a:prstGeom prst="rect">
            <a:avLst/>
          </a:prstGeom>
          <a:noFill/>
          <a:ln>
            <a:noFill/>
          </a:ln>
        </p:spPr>
        <p:txBody>
          <a:bodyPr anchorCtr="0" anchor="t" bIns="45700" lIns="91425" spcFirstLastPara="1" rIns="91425" wrap="square" tIns="45700">
            <a:noAutofit/>
          </a:bodyPr>
          <a:lstStyle/>
          <a:p>
            <a:pPr indent="0" lvl="0" marL="0" rtl="0" algn="just">
              <a:lnSpc>
                <a:spcPct val="115000"/>
              </a:lnSpc>
              <a:spcBef>
                <a:spcPts val="0"/>
              </a:spcBef>
              <a:spcAft>
                <a:spcPts val="0"/>
              </a:spcAft>
              <a:buClr>
                <a:schemeClr val="dk1"/>
              </a:buClr>
              <a:buSzPts val="1600"/>
              <a:buFont typeface="Times New Roman"/>
              <a:buNone/>
            </a:pPr>
            <a:r>
              <a:rPr lang="en-US" sz="1700">
                <a:solidFill>
                  <a:schemeClr val="dk1"/>
                </a:solidFill>
                <a:latin typeface="Arial"/>
                <a:ea typeface="Arial"/>
                <a:cs typeface="Arial"/>
                <a:sym typeface="Arial"/>
              </a:rPr>
              <a:t>AstroSage</a:t>
            </a:r>
            <a:r>
              <a:rPr b="0" lang="en-US" sz="1700">
                <a:solidFill>
                  <a:schemeClr val="dk1"/>
                </a:solidFill>
                <a:latin typeface="Arial"/>
                <a:ea typeface="Arial"/>
                <a:cs typeface="Arial"/>
                <a:sym typeface="Arial"/>
              </a:rPr>
              <a:t> is a leading AI-powered astrology platform offering personalized horoscope readings, AI-based Kundli generation, and consultations with both AI and human astrologers through </a:t>
            </a:r>
            <a:r>
              <a:rPr b="0" i="1" lang="en-US" sz="1700">
                <a:solidFill>
                  <a:schemeClr val="dk1"/>
                </a:solidFill>
                <a:latin typeface="Arial"/>
                <a:ea typeface="Arial"/>
                <a:cs typeface="Arial"/>
                <a:sym typeface="Arial"/>
              </a:rPr>
              <a:t>AstroSage Varta</a:t>
            </a:r>
            <a:r>
              <a:rPr b="0" lang="en-US" sz="1700">
                <a:solidFill>
                  <a:schemeClr val="dk1"/>
                </a:solidFill>
                <a:latin typeface="Arial"/>
                <a:ea typeface="Arial"/>
                <a:cs typeface="Arial"/>
                <a:sym typeface="Arial"/>
              </a:rPr>
              <a:t>. With its advanced technology, user-friendly multilingual app, and free astrology services, AstroSage serves millions of users worldwide, boasting over </a:t>
            </a:r>
            <a:r>
              <a:rPr lang="en-US" sz="1700">
                <a:solidFill>
                  <a:schemeClr val="dk1"/>
                </a:solidFill>
                <a:latin typeface="Arial"/>
                <a:ea typeface="Arial"/>
                <a:cs typeface="Arial"/>
                <a:sym typeface="Arial"/>
              </a:rPr>
              <a:t>6.75 crore downloads</a:t>
            </a:r>
            <a:r>
              <a:rPr b="0" lang="en-US" sz="1700">
                <a:solidFill>
                  <a:schemeClr val="dk1"/>
                </a:solidFill>
                <a:latin typeface="Arial"/>
                <a:ea typeface="Arial"/>
                <a:cs typeface="Arial"/>
                <a:sym typeface="Arial"/>
              </a:rPr>
              <a:t> and </a:t>
            </a:r>
            <a:r>
              <a:rPr lang="en-US" sz="1700">
                <a:solidFill>
                  <a:schemeClr val="dk1"/>
                </a:solidFill>
                <a:latin typeface="Arial"/>
                <a:ea typeface="Arial"/>
                <a:cs typeface="Arial"/>
                <a:sym typeface="Arial"/>
              </a:rPr>
              <a:t>1.2 million daily active users</a:t>
            </a:r>
            <a:r>
              <a:rPr b="0" lang="en-US" sz="1700">
                <a:solidFill>
                  <a:schemeClr val="dk1"/>
                </a:solidFill>
                <a:latin typeface="Arial"/>
                <a:ea typeface="Arial"/>
                <a:cs typeface="Arial"/>
                <a:sym typeface="Arial"/>
              </a:rPr>
              <a:t>.</a:t>
            </a:r>
            <a:endParaRPr b="0" sz="1700" cap="none">
              <a:solidFill>
                <a:schemeClr val="dk1"/>
              </a:solidFill>
              <a:latin typeface="Arial"/>
              <a:ea typeface="Arial"/>
              <a:cs typeface="Arial"/>
              <a:sym typeface="Arial"/>
            </a:endParaRPr>
          </a:p>
        </p:txBody>
      </p:sp>
      <p:sp>
        <p:nvSpPr>
          <p:cNvPr id="94" name="Google Shape;94;p2"/>
          <p:cNvSpPr txBox="1"/>
          <p:nvPr>
            <p:ph idx="1" type="body"/>
          </p:nvPr>
        </p:nvSpPr>
        <p:spPr>
          <a:xfrm>
            <a:off x="6251360" y="787300"/>
            <a:ext cx="5212200" cy="5760600"/>
          </a:xfrm>
          <a:prstGeom prst="rect">
            <a:avLst/>
          </a:prstGeom>
          <a:noFill/>
          <a:ln>
            <a:noFill/>
          </a:ln>
        </p:spPr>
        <p:txBody>
          <a:bodyPr anchorCtr="0" anchor="t" bIns="45700" lIns="91425" spcFirstLastPara="1" rIns="91425" wrap="square" tIns="45700">
            <a:normAutofit/>
          </a:bodyPr>
          <a:lstStyle/>
          <a:p>
            <a:pPr indent="-384048" lvl="0" marL="384048" rtl="0" algn="l">
              <a:lnSpc>
                <a:spcPct val="115000"/>
              </a:lnSpc>
              <a:spcBef>
                <a:spcPts val="0"/>
              </a:spcBef>
              <a:spcAft>
                <a:spcPts val="0"/>
              </a:spcAft>
              <a:buClr>
                <a:schemeClr val="dk2"/>
              </a:buClr>
              <a:buSzPts val="1400"/>
              <a:buNone/>
            </a:pPr>
            <a:r>
              <a:rPr lang="en-US" sz="1700">
                <a:latin typeface="Arial"/>
                <a:ea typeface="Arial"/>
                <a:cs typeface="Arial"/>
                <a:sym typeface="Arial"/>
              </a:rPr>
              <a:t> </a:t>
            </a:r>
            <a:r>
              <a:rPr b="1" lang="en-US" sz="1700">
                <a:latin typeface="Arial"/>
                <a:ea typeface="Arial"/>
                <a:cs typeface="Arial"/>
                <a:sym typeface="Arial"/>
              </a:rPr>
              <a:t>Overview</a:t>
            </a:r>
            <a:endParaRPr sz="1700">
              <a:latin typeface="Arial"/>
              <a:ea typeface="Arial"/>
              <a:cs typeface="Arial"/>
              <a:sym typeface="Arial"/>
            </a:endParaRPr>
          </a:p>
          <a:p>
            <a:pPr indent="-364998" lvl="0" marL="384048" rtl="0" algn="l">
              <a:lnSpc>
                <a:spcPct val="115000"/>
              </a:lnSpc>
              <a:spcBef>
                <a:spcPts val="1200"/>
              </a:spcBef>
              <a:spcAft>
                <a:spcPts val="0"/>
              </a:spcAft>
              <a:buClr>
                <a:schemeClr val="dk2"/>
              </a:buClr>
              <a:buSzPts val="1100"/>
              <a:buFont typeface="Arial"/>
              <a:buChar char="•"/>
            </a:pPr>
            <a:r>
              <a:rPr lang="en-US" sz="1700">
                <a:latin typeface="Arial"/>
                <a:ea typeface="Arial"/>
                <a:cs typeface="Arial"/>
                <a:sym typeface="Arial"/>
              </a:rPr>
              <a:t>A dedicated astrology-based call centre providing expert guidance</a:t>
            </a:r>
            <a:endParaRPr sz="1700">
              <a:latin typeface="Arial"/>
              <a:ea typeface="Arial"/>
              <a:cs typeface="Arial"/>
              <a:sym typeface="Arial"/>
            </a:endParaRPr>
          </a:p>
          <a:p>
            <a:pPr indent="-364998" lvl="0" marL="384048" rtl="0" algn="l">
              <a:lnSpc>
                <a:spcPct val="115000"/>
              </a:lnSpc>
              <a:spcBef>
                <a:spcPts val="1200"/>
              </a:spcBef>
              <a:spcAft>
                <a:spcPts val="0"/>
              </a:spcAft>
              <a:buClr>
                <a:schemeClr val="dk2"/>
              </a:buClr>
              <a:buSzPts val="1100"/>
              <a:buFont typeface="Arial"/>
              <a:buChar char="•"/>
            </a:pPr>
            <a:r>
              <a:rPr lang="en-US" sz="1700">
                <a:latin typeface="Arial"/>
                <a:ea typeface="Arial"/>
                <a:cs typeface="Arial"/>
                <a:sym typeface="Arial"/>
              </a:rPr>
              <a:t>Connects customers with professional astrologers for personalized predictions</a:t>
            </a:r>
            <a:endParaRPr sz="1700">
              <a:latin typeface="Arial"/>
              <a:ea typeface="Arial"/>
              <a:cs typeface="Arial"/>
              <a:sym typeface="Arial"/>
            </a:endParaRPr>
          </a:p>
          <a:p>
            <a:pPr indent="-384048" lvl="0" marL="384048" rtl="0" algn="l">
              <a:lnSpc>
                <a:spcPct val="115000"/>
              </a:lnSpc>
              <a:spcBef>
                <a:spcPts val="1200"/>
              </a:spcBef>
              <a:spcAft>
                <a:spcPts val="0"/>
              </a:spcAft>
              <a:buClr>
                <a:schemeClr val="dk2"/>
              </a:buClr>
              <a:buSzPts val="1400"/>
              <a:buNone/>
            </a:pPr>
            <a:r>
              <a:rPr lang="en-US" sz="1700">
                <a:latin typeface="Arial"/>
                <a:ea typeface="Arial"/>
                <a:cs typeface="Arial"/>
                <a:sym typeface="Arial"/>
              </a:rPr>
              <a:t> </a:t>
            </a:r>
            <a:r>
              <a:rPr b="1" lang="en-US" sz="1700">
                <a:latin typeface="Arial"/>
                <a:ea typeface="Arial"/>
                <a:cs typeface="Arial"/>
                <a:sym typeface="Arial"/>
              </a:rPr>
              <a:t>Services Offered</a:t>
            </a:r>
            <a:endParaRPr sz="1700">
              <a:latin typeface="Arial"/>
              <a:ea typeface="Arial"/>
              <a:cs typeface="Arial"/>
              <a:sym typeface="Arial"/>
            </a:endParaRPr>
          </a:p>
          <a:p>
            <a:pPr indent="-364998" lvl="0" marL="384048" rtl="0" algn="l">
              <a:lnSpc>
                <a:spcPct val="115000"/>
              </a:lnSpc>
              <a:spcBef>
                <a:spcPts val="1200"/>
              </a:spcBef>
              <a:spcAft>
                <a:spcPts val="0"/>
              </a:spcAft>
              <a:buClr>
                <a:schemeClr val="dk2"/>
              </a:buClr>
              <a:buSzPts val="1100"/>
              <a:buFont typeface="Arial"/>
              <a:buChar char="•"/>
            </a:pPr>
            <a:r>
              <a:rPr lang="en-US" sz="1700">
                <a:latin typeface="Arial"/>
                <a:ea typeface="Arial"/>
                <a:cs typeface="Arial"/>
                <a:sym typeface="Arial"/>
              </a:rPr>
              <a:t>Horoscope analysis and future predictions</a:t>
            </a:r>
            <a:endParaRPr sz="1700">
              <a:latin typeface="Arial"/>
              <a:ea typeface="Arial"/>
              <a:cs typeface="Arial"/>
              <a:sym typeface="Arial"/>
            </a:endParaRPr>
          </a:p>
          <a:p>
            <a:pPr indent="-364998" lvl="0" marL="384048" rtl="0" algn="l">
              <a:lnSpc>
                <a:spcPct val="115000"/>
              </a:lnSpc>
              <a:spcBef>
                <a:spcPts val="1200"/>
              </a:spcBef>
              <a:spcAft>
                <a:spcPts val="0"/>
              </a:spcAft>
              <a:buClr>
                <a:schemeClr val="dk2"/>
              </a:buClr>
              <a:buSzPts val="1100"/>
              <a:buFont typeface="Arial"/>
              <a:buChar char="•"/>
            </a:pPr>
            <a:r>
              <a:rPr lang="en-US" sz="1700">
                <a:latin typeface="Arial"/>
                <a:ea typeface="Arial"/>
                <a:cs typeface="Arial"/>
                <a:sym typeface="Arial"/>
              </a:rPr>
              <a:t>Kundli matching and relationship guidance</a:t>
            </a:r>
            <a:endParaRPr sz="1700">
              <a:latin typeface="Arial"/>
              <a:ea typeface="Arial"/>
              <a:cs typeface="Arial"/>
              <a:sym typeface="Arial"/>
            </a:endParaRPr>
          </a:p>
          <a:p>
            <a:pPr indent="-364998" lvl="0" marL="384048" rtl="0" algn="l">
              <a:lnSpc>
                <a:spcPct val="115000"/>
              </a:lnSpc>
              <a:spcBef>
                <a:spcPts val="1200"/>
              </a:spcBef>
              <a:spcAft>
                <a:spcPts val="0"/>
              </a:spcAft>
              <a:buClr>
                <a:schemeClr val="dk2"/>
              </a:buClr>
              <a:buSzPts val="1100"/>
              <a:buFont typeface="Arial"/>
              <a:buChar char="•"/>
            </a:pPr>
            <a:r>
              <a:rPr lang="en-US" sz="1700">
                <a:latin typeface="Arial"/>
                <a:ea typeface="Arial"/>
                <a:cs typeface="Arial"/>
                <a:sym typeface="Arial"/>
              </a:rPr>
              <a:t>Career, finance, and health-related consultations</a:t>
            </a:r>
            <a:endParaRPr sz="1700">
              <a:latin typeface="Arial"/>
              <a:ea typeface="Arial"/>
              <a:cs typeface="Arial"/>
              <a:sym typeface="Arial"/>
            </a:endParaRPr>
          </a:p>
          <a:p>
            <a:pPr indent="-384048" lvl="0" marL="384048" rtl="0" algn="l">
              <a:lnSpc>
                <a:spcPct val="115000"/>
              </a:lnSpc>
              <a:spcBef>
                <a:spcPts val="1200"/>
              </a:spcBef>
              <a:spcAft>
                <a:spcPts val="0"/>
              </a:spcAft>
              <a:buClr>
                <a:schemeClr val="dk2"/>
              </a:buClr>
              <a:buSzPts val="1400"/>
              <a:buNone/>
            </a:pPr>
            <a:r>
              <a:rPr lang="en-US" sz="1700">
                <a:latin typeface="Arial"/>
                <a:ea typeface="Arial"/>
                <a:cs typeface="Arial"/>
                <a:sym typeface="Arial"/>
              </a:rPr>
              <a:t> </a:t>
            </a:r>
            <a:r>
              <a:rPr b="1" lang="en-US" sz="1700">
                <a:latin typeface="Arial"/>
                <a:ea typeface="Arial"/>
                <a:cs typeface="Arial"/>
                <a:sym typeface="Arial"/>
              </a:rPr>
              <a:t>Why It Stands Out</a:t>
            </a:r>
            <a:endParaRPr sz="1700">
              <a:latin typeface="Arial"/>
              <a:ea typeface="Arial"/>
              <a:cs typeface="Arial"/>
              <a:sym typeface="Arial"/>
            </a:endParaRPr>
          </a:p>
          <a:p>
            <a:pPr indent="-364998" lvl="0" marL="384048" rtl="0" algn="l">
              <a:lnSpc>
                <a:spcPct val="115000"/>
              </a:lnSpc>
              <a:spcBef>
                <a:spcPts val="1200"/>
              </a:spcBef>
              <a:spcAft>
                <a:spcPts val="0"/>
              </a:spcAft>
              <a:buClr>
                <a:schemeClr val="dk2"/>
              </a:buClr>
              <a:buSzPts val="1100"/>
              <a:buFont typeface="Arial"/>
              <a:buChar char="•"/>
            </a:pPr>
            <a:r>
              <a:rPr lang="en-US" sz="1700">
                <a:latin typeface="Arial"/>
                <a:ea typeface="Arial"/>
                <a:cs typeface="Arial"/>
                <a:sym typeface="Arial"/>
              </a:rPr>
              <a:t>24/7 accessibility for astrology queries</a:t>
            </a:r>
            <a:endParaRPr sz="1700">
              <a:latin typeface="Arial"/>
              <a:ea typeface="Arial"/>
              <a:cs typeface="Arial"/>
              <a:sym typeface="Arial"/>
            </a:endParaRPr>
          </a:p>
          <a:p>
            <a:pPr indent="-364998" lvl="0" marL="384048" rtl="0" algn="l">
              <a:lnSpc>
                <a:spcPct val="115000"/>
              </a:lnSpc>
              <a:spcBef>
                <a:spcPts val="1200"/>
              </a:spcBef>
              <a:spcAft>
                <a:spcPts val="0"/>
              </a:spcAft>
              <a:buClr>
                <a:schemeClr val="dk2"/>
              </a:buClr>
              <a:buSzPts val="1100"/>
              <a:buFont typeface="Arial"/>
              <a:buChar char="•"/>
            </a:pPr>
            <a:r>
              <a:rPr lang="en-US" sz="1700">
                <a:latin typeface="Arial"/>
                <a:ea typeface="Arial"/>
                <a:cs typeface="Arial"/>
                <a:sym typeface="Arial"/>
              </a:rPr>
              <a:t>Experienced astrologers with diverse expertise</a:t>
            </a:r>
            <a:endParaRPr sz="1700">
              <a:latin typeface="Arial"/>
              <a:ea typeface="Arial"/>
              <a:cs typeface="Arial"/>
              <a:sym typeface="Arial"/>
            </a:endParaRPr>
          </a:p>
        </p:txBody>
      </p:sp>
      <p:pic>
        <p:nvPicPr>
          <p:cNvPr id="95" name="Google Shape;95;p2"/>
          <p:cNvPicPr preferRelativeResize="0"/>
          <p:nvPr/>
        </p:nvPicPr>
        <p:blipFill rotWithShape="1">
          <a:blip r:embed="rId3">
            <a:alphaModFix/>
          </a:blip>
          <a:srcRect b="22430" l="0" r="0" t="18288"/>
          <a:stretch/>
        </p:blipFill>
        <p:spPr>
          <a:xfrm>
            <a:off x="1900774" y="685800"/>
            <a:ext cx="3133250" cy="1857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99" name="Shape 99"/>
        <p:cNvGrpSpPr/>
        <p:nvPr/>
      </p:nvGrpSpPr>
      <p:grpSpPr>
        <a:xfrm>
          <a:off x="0" y="0"/>
          <a:ext cx="0" cy="0"/>
          <a:chOff x="0" y="0"/>
          <a:chExt cx="0" cy="0"/>
        </a:xfrm>
      </p:grpSpPr>
      <p:sp>
        <p:nvSpPr>
          <p:cNvPr id="100" name="Google Shape;100;p3"/>
          <p:cNvSpPr txBox="1"/>
          <p:nvPr>
            <p:ph type="title"/>
          </p:nvPr>
        </p:nvSpPr>
        <p:spPr>
          <a:xfrm>
            <a:off x="1371600" y="685800"/>
            <a:ext cx="4297680" cy="5760720"/>
          </a:xfrm>
          <a:prstGeom prst="rect">
            <a:avLst/>
          </a:prstGeom>
          <a:noFill/>
          <a:ln>
            <a:noFill/>
          </a:ln>
        </p:spPr>
        <p:txBody>
          <a:bodyPr anchorCtr="0" anchor="t" bIns="45700" lIns="91425" spcFirstLastPara="1" rIns="91425" wrap="square" tIns="45700">
            <a:noAutofit/>
          </a:bodyPr>
          <a:lstStyle/>
          <a:p>
            <a:pPr indent="0" lvl="0" marL="0" rtl="0" algn="l">
              <a:lnSpc>
                <a:spcPct val="89000"/>
              </a:lnSpc>
              <a:spcBef>
                <a:spcPts val="0"/>
              </a:spcBef>
              <a:spcAft>
                <a:spcPts val="0"/>
              </a:spcAft>
              <a:buClr>
                <a:schemeClr val="dk2"/>
              </a:buClr>
              <a:buSzPts val="3600"/>
              <a:buFont typeface="Libre Franklin"/>
              <a:buNone/>
            </a:pPr>
            <a:br>
              <a:rPr lang="en-US"/>
            </a:br>
            <a:endParaRPr/>
          </a:p>
        </p:txBody>
      </p:sp>
      <p:sp>
        <p:nvSpPr>
          <p:cNvPr id="101" name="Google Shape;101;p3"/>
          <p:cNvSpPr txBox="1"/>
          <p:nvPr>
            <p:ph idx="1" type="body"/>
          </p:nvPr>
        </p:nvSpPr>
        <p:spPr>
          <a:xfrm>
            <a:off x="1485891" y="1097290"/>
            <a:ext cx="5212200" cy="5760600"/>
          </a:xfrm>
          <a:prstGeom prst="rect">
            <a:avLst/>
          </a:prstGeom>
          <a:noFill/>
          <a:ln>
            <a:noFill/>
          </a:ln>
        </p:spPr>
        <p:txBody>
          <a:bodyPr anchorCtr="0" anchor="t" bIns="45700" lIns="91425" spcFirstLastPara="1" rIns="91425" wrap="square" tIns="45700">
            <a:noAutofit/>
          </a:bodyPr>
          <a:lstStyle/>
          <a:p>
            <a:pPr indent="-384048" lvl="0" marL="384048" rtl="0" algn="l">
              <a:lnSpc>
                <a:spcPct val="115000"/>
              </a:lnSpc>
              <a:spcBef>
                <a:spcPts val="0"/>
              </a:spcBef>
              <a:spcAft>
                <a:spcPts val="0"/>
              </a:spcAft>
              <a:buClr>
                <a:srgbClr val="464642"/>
              </a:buClr>
              <a:buSzPts val="1400"/>
              <a:buNone/>
            </a:pPr>
            <a:r>
              <a:rPr b="1" lang="en-US" sz="1700">
                <a:solidFill>
                  <a:schemeClr val="dk1"/>
                </a:solidFill>
                <a:latin typeface="Arial"/>
                <a:ea typeface="Arial"/>
                <a:cs typeface="Arial"/>
                <a:sym typeface="Arial"/>
              </a:rPr>
              <a:t>How Astrosage Call Centre Works</a:t>
            </a:r>
            <a:endParaRPr sz="1700">
              <a:solidFill>
                <a:schemeClr val="dk1"/>
              </a:solidFill>
              <a:latin typeface="Arial"/>
              <a:ea typeface="Arial"/>
              <a:cs typeface="Arial"/>
              <a:sym typeface="Arial"/>
            </a:endParaRPr>
          </a:p>
          <a:p>
            <a:pPr indent="-384048" lvl="0" marL="384048" rtl="0" algn="l">
              <a:lnSpc>
                <a:spcPct val="115000"/>
              </a:lnSpc>
              <a:spcBef>
                <a:spcPts val="1200"/>
              </a:spcBef>
              <a:spcAft>
                <a:spcPts val="0"/>
              </a:spcAft>
              <a:buClr>
                <a:srgbClr val="464642"/>
              </a:buClr>
              <a:buSzPts val="1400"/>
              <a:buNone/>
            </a:pPr>
            <a:r>
              <a:rPr lang="en-US" sz="1700">
                <a:solidFill>
                  <a:schemeClr val="dk1"/>
                </a:solidFill>
                <a:latin typeface="Arial"/>
                <a:ea typeface="Arial"/>
                <a:cs typeface="Arial"/>
                <a:sym typeface="Arial"/>
              </a:rPr>
              <a:t> </a:t>
            </a:r>
            <a:r>
              <a:rPr b="1" lang="en-US" sz="1700">
                <a:solidFill>
                  <a:schemeClr val="dk1"/>
                </a:solidFill>
                <a:latin typeface="Arial"/>
                <a:ea typeface="Arial"/>
                <a:cs typeface="Arial"/>
                <a:sym typeface="Arial"/>
              </a:rPr>
              <a:t>Customer Interaction Process</a:t>
            </a:r>
            <a:endParaRPr sz="1700">
              <a:solidFill>
                <a:schemeClr val="dk1"/>
              </a:solidFill>
              <a:latin typeface="Arial"/>
              <a:ea typeface="Arial"/>
              <a:cs typeface="Arial"/>
              <a:sym typeface="Arial"/>
            </a:endParaRPr>
          </a:p>
          <a:p>
            <a:pPr indent="-364998" lvl="0" marL="384048" rtl="0" algn="l">
              <a:lnSpc>
                <a:spcPct val="115000"/>
              </a:lnSpc>
              <a:spcBef>
                <a:spcPts val="1200"/>
              </a:spcBef>
              <a:spcAft>
                <a:spcPts val="0"/>
              </a:spcAft>
              <a:buClr>
                <a:schemeClr val="dk1"/>
              </a:buClr>
              <a:buSzPts val="1100"/>
              <a:buFont typeface="Arial"/>
              <a:buChar char="■"/>
            </a:pPr>
            <a:r>
              <a:rPr lang="en-US" sz="1700">
                <a:solidFill>
                  <a:schemeClr val="dk1"/>
                </a:solidFill>
                <a:latin typeface="Arial"/>
                <a:ea typeface="Arial"/>
                <a:cs typeface="Arial"/>
                <a:sym typeface="Arial"/>
              </a:rPr>
              <a:t>Customer calls for an astrology consultation</a:t>
            </a:r>
            <a:endParaRPr sz="1700">
              <a:solidFill>
                <a:schemeClr val="dk1"/>
              </a:solidFill>
              <a:latin typeface="Arial"/>
              <a:ea typeface="Arial"/>
              <a:cs typeface="Arial"/>
              <a:sym typeface="Arial"/>
            </a:endParaRPr>
          </a:p>
          <a:p>
            <a:pPr indent="-364998" lvl="0" marL="384048" rtl="0" algn="l">
              <a:lnSpc>
                <a:spcPct val="115000"/>
              </a:lnSpc>
              <a:spcBef>
                <a:spcPts val="1200"/>
              </a:spcBef>
              <a:spcAft>
                <a:spcPts val="0"/>
              </a:spcAft>
              <a:buClr>
                <a:schemeClr val="dk1"/>
              </a:buClr>
              <a:buSzPts val="1100"/>
              <a:buFont typeface="Arial"/>
              <a:buChar char="■"/>
            </a:pPr>
            <a:r>
              <a:rPr lang="en-US" sz="1700">
                <a:solidFill>
                  <a:schemeClr val="dk1"/>
                </a:solidFill>
                <a:latin typeface="Arial"/>
                <a:ea typeface="Arial"/>
                <a:cs typeface="Arial"/>
                <a:sym typeface="Arial"/>
              </a:rPr>
              <a:t>Assigned to an expert astrologer</a:t>
            </a:r>
            <a:endParaRPr sz="1700">
              <a:solidFill>
                <a:schemeClr val="dk1"/>
              </a:solidFill>
              <a:latin typeface="Arial"/>
              <a:ea typeface="Arial"/>
              <a:cs typeface="Arial"/>
              <a:sym typeface="Arial"/>
            </a:endParaRPr>
          </a:p>
          <a:p>
            <a:pPr indent="-364998" lvl="0" marL="384048" rtl="0" algn="l">
              <a:lnSpc>
                <a:spcPct val="115000"/>
              </a:lnSpc>
              <a:spcBef>
                <a:spcPts val="1200"/>
              </a:spcBef>
              <a:spcAft>
                <a:spcPts val="0"/>
              </a:spcAft>
              <a:buClr>
                <a:schemeClr val="dk1"/>
              </a:buClr>
              <a:buSzPts val="1100"/>
              <a:buFont typeface="Arial"/>
              <a:buChar char="■"/>
            </a:pPr>
            <a:r>
              <a:rPr lang="en-US" sz="1700">
                <a:solidFill>
                  <a:schemeClr val="dk1"/>
                </a:solidFill>
                <a:latin typeface="Arial"/>
                <a:ea typeface="Arial"/>
                <a:cs typeface="Arial"/>
                <a:sym typeface="Arial"/>
              </a:rPr>
              <a:t>Personalized analysis &amp; predictions given</a:t>
            </a:r>
            <a:endParaRPr sz="1700">
              <a:solidFill>
                <a:schemeClr val="dk1"/>
              </a:solidFill>
              <a:latin typeface="Arial"/>
              <a:ea typeface="Arial"/>
              <a:cs typeface="Arial"/>
              <a:sym typeface="Arial"/>
            </a:endParaRPr>
          </a:p>
          <a:p>
            <a:pPr indent="-364998" lvl="0" marL="384048" rtl="0" algn="l">
              <a:lnSpc>
                <a:spcPct val="115000"/>
              </a:lnSpc>
              <a:spcBef>
                <a:spcPts val="1200"/>
              </a:spcBef>
              <a:spcAft>
                <a:spcPts val="0"/>
              </a:spcAft>
              <a:buClr>
                <a:schemeClr val="dk1"/>
              </a:buClr>
              <a:buSzPts val="1100"/>
              <a:buFont typeface="Arial"/>
              <a:buChar char="■"/>
            </a:pPr>
            <a:r>
              <a:rPr lang="en-US" sz="1700">
                <a:solidFill>
                  <a:schemeClr val="dk1"/>
                </a:solidFill>
                <a:latin typeface="Arial"/>
                <a:ea typeface="Arial"/>
                <a:cs typeface="Arial"/>
                <a:sym typeface="Arial"/>
              </a:rPr>
              <a:t>Feedback and follow-up services available</a:t>
            </a:r>
            <a:endParaRPr sz="1700">
              <a:solidFill>
                <a:schemeClr val="dk1"/>
              </a:solidFill>
              <a:latin typeface="Arial"/>
              <a:ea typeface="Arial"/>
              <a:cs typeface="Arial"/>
              <a:sym typeface="Arial"/>
            </a:endParaRPr>
          </a:p>
          <a:p>
            <a:pPr indent="-384048" lvl="0" marL="384048" rtl="0" algn="l">
              <a:lnSpc>
                <a:spcPct val="115000"/>
              </a:lnSpc>
              <a:spcBef>
                <a:spcPts val="1200"/>
              </a:spcBef>
              <a:spcAft>
                <a:spcPts val="0"/>
              </a:spcAft>
              <a:buClr>
                <a:srgbClr val="FF0000"/>
              </a:buClr>
              <a:buSzPts val="1400"/>
              <a:buNone/>
            </a:pPr>
            <a:r>
              <a:rPr lang="en-US" sz="1700">
                <a:solidFill>
                  <a:schemeClr val="dk1"/>
                </a:solidFill>
                <a:latin typeface="Arial"/>
                <a:ea typeface="Arial"/>
                <a:cs typeface="Arial"/>
                <a:sym typeface="Arial"/>
              </a:rPr>
              <a:t> </a:t>
            </a:r>
            <a:r>
              <a:rPr b="1" lang="en-US" sz="1700">
                <a:solidFill>
                  <a:schemeClr val="dk1"/>
                </a:solidFill>
                <a:latin typeface="Arial"/>
                <a:ea typeface="Arial"/>
                <a:cs typeface="Arial"/>
                <a:sym typeface="Arial"/>
              </a:rPr>
              <a:t>Technology &amp; Support</a:t>
            </a:r>
            <a:endParaRPr sz="1700">
              <a:solidFill>
                <a:schemeClr val="dk1"/>
              </a:solidFill>
              <a:latin typeface="Arial"/>
              <a:ea typeface="Arial"/>
              <a:cs typeface="Arial"/>
              <a:sym typeface="Arial"/>
            </a:endParaRPr>
          </a:p>
          <a:p>
            <a:pPr indent="-364998" lvl="0" marL="384048" rtl="0" algn="l">
              <a:lnSpc>
                <a:spcPct val="115000"/>
              </a:lnSpc>
              <a:spcBef>
                <a:spcPts val="1200"/>
              </a:spcBef>
              <a:spcAft>
                <a:spcPts val="0"/>
              </a:spcAft>
              <a:buClr>
                <a:schemeClr val="dk1"/>
              </a:buClr>
              <a:buSzPts val="1100"/>
              <a:buFont typeface="Arial"/>
              <a:buChar char="■"/>
            </a:pPr>
            <a:r>
              <a:rPr lang="en-US" sz="1700">
                <a:solidFill>
                  <a:schemeClr val="dk1"/>
                </a:solidFill>
                <a:latin typeface="Arial"/>
                <a:ea typeface="Arial"/>
                <a:cs typeface="Arial"/>
                <a:sym typeface="Arial"/>
              </a:rPr>
              <a:t>AI-powered astrology insights</a:t>
            </a:r>
            <a:endParaRPr sz="1700">
              <a:solidFill>
                <a:schemeClr val="dk1"/>
              </a:solidFill>
              <a:latin typeface="Arial"/>
              <a:ea typeface="Arial"/>
              <a:cs typeface="Arial"/>
              <a:sym typeface="Arial"/>
            </a:endParaRPr>
          </a:p>
          <a:p>
            <a:pPr indent="-364998" lvl="0" marL="384048" rtl="0" algn="l">
              <a:lnSpc>
                <a:spcPct val="115000"/>
              </a:lnSpc>
              <a:spcBef>
                <a:spcPts val="1200"/>
              </a:spcBef>
              <a:spcAft>
                <a:spcPts val="0"/>
              </a:spcAft>
              <a:buClr>
                <a:schemeClr val="dk1"/>
              </a:buClr>
              <a:buSzPts val="1100"/>
              <a:buFont typeface="Arial"/>
              <a:buChar char="■"/>
            </a:pPr>
            <a:r>
              <a:rPr lang="en-US" sz="1700">
                <a:solidFill>
                  <a:schemeClr val="dk1"/>
                </a:solidFill>
                <a:latin typeface="Arial"/>
                <a:ea typeface="Arial"/>
                <a:cs typeface="Arial"/>
                <a:sym typeface="Arial"/>
              </a:rPr>
              <a:t>Secure and efficient customer management system</a:t>
            </a:r>
            <a:endParaRPr sz="1700">
              <a:solidFill>
                <a:schemeClr val="dk1"/>
              </a:solidFill>
              <a:latin typeface="Arial"/>
              <a:ea typeface="Arial"/>
              <a:cs typeface="Arial"/>
              <a:sym typeface="Arial"/>
            </a:endParaRPr>
          </a:p>
          <a:p>
            <a:pPr indent="-364998" lvl="0" marL="384048" rtl="0" algn="l">
              <a:lnSpc>
                <a:spcPct val="115000"/>
              </a:lnSpc>
              <a:spcBef>
                <a:spcPts val="1200"/>
              </a:spcBef>
              <a:spcAft>
                <a:spcPts val="0"/>
              </a:spcAft>
              <a:buClr>
                <a:schemeClr val="dk1"/>
              </a:buClr>
              <a:buSzPts val="1100"/>
              <a:buFont typeface="Arial"/>
              <a:buChar char="■"/>
            </a:pPr>
            <a:r>
              <a:rPr lang="en-US" sz="1700">
                <a:solidFill>
                  <a:schemeClr val="dk1"/>
                </a:solidFill>
                <a:latin typeface="Arial"/>
                <a:ea typeface="Arial"/>
                <a:cs typeface="Arial"/>
                <a:sym typeface="Arial"/>
              </a:rPr>
              <a:t>Multiple language support for diverse audiences</a:t>
            </a:r>
            <a:endParaRPr sz="1700">
              <a:solidFill>
                <a:schemeClr val="dk1"/>
              </a:solidFill>
              <a:latin typeface="Arial"/>
              <a:ea typeface="Arial"/>
              <a:cs typeface="Arial"/>
              <a:sym typeface="Arial"/>
            </a:endParaRPr>
          </a:p>
        </p:txBody>
      </p:sp>
      <p:pic>
        <p:nvPicPr>
          <p:cNvPr id="102" name="Google Shape;102;p3"/>
          <p:cNvPicPr preferRelativeResize="0"/>
          <p:nvPr/>
        </p:nvPicPr>
        <p:blipFill rotWithShape="1">
          <a:blip r:embed="rId3">
            <a:alphaModFix/>
          </a:blip>
          <a:srcRect b="0" l="0" r="0" t="0"/>
          <a:stretch/>
        </p:blipFill>
        <p:spPr>
          <a:xfrm>
            <a:off x="6717946" y="890286"/>
            <a:ext cx="4613476" cy="46134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06" name="Shape 106"/>
        <p:cNvGrpSpPr/>
        <p:nvPr/>
      </p:nvGrpSpPr>
      <p:grpSpPr>
        <a:xfrm>
          <a:off x="0" y="0"/>
          <a:ext cx="0" cy="0"/>
          <a:chOff x="0" y="0"/>
          <a:chExt cx="0" cy="0"/>
        </a:xfrm>
      </p:grpSpPr>
      <p:sp>
        <p:nvSpPr>
          <p:cNvPr id="107" name="Google Shape;107;p6"/>
          <p:cNvSpPr txBox="1"/>
          <p:nvPr>
            <p:ph type="title"/>
          </p:nvPr>
        </p:nvSpPr>
        <p:spPr>
          <a:xfrm>
            <a:off x="1206488" y="903275"/>
            <a:ext cx="4297800" cy="581400"/>
          </a:xfrm>
          <a:prstGeom prst="rect">
            <a:avLst/>
          </a:prstGeom>
          <a:noFill/>
          <a:ln>
            <a:noFill/>
          </a:ln>
        </p:spPr>
        <p:txBody>
          <a:bodyPr anchorCtr="0" anchor="t" bIns="45700" lIns="91425" spcFirstLastPara="1" rIns="91425" wrap="square" tIns="45700">
            <a:noAutofit/>
          </a:bodyPr>
          <a:lstStyle/>
          <a:p>
            <a:pPr indent="0" lvl="0" marL="0" rtl="0" algn="l">
              <a:lnSpc>
                <a:spcPct val="89000"/>
              </a:lnSpc>
              <a:spcBef>
                <a:spcPts val="0"/>
              </a:spcBef>
              <a:spcAft>
                <a:spcPts val="0"/>
              </a:spcAft>
              <a:buClr>
                <a:schemeClr val="dk2"/>
              </a:buClr>
              <a:buSzPts val="3600"/>
              <a:buFont typeface="Libre Franklin"/>
              <a:buNone/>
            </a:pPr>
            <a:r>
              <a:rPr lang="en-US" sz="1700">
                <a:latin typeface="Arial"/>
                <a:ea typeface="Arial"/>
                <a:cs typeface="Arial"/>
                <a:sym typeface="Arial"/>
              </a:rPr>
              <a:t>DATA OVERVIEW</a:t>
            </a:r>
            <a:br>
              <a:rPr lang="en-US" sz="1700">
                <a:latin typeface="Arial"/>
                <a:ea typeface="Arial"/>
                <a:cs typeface="Arial"/>
                <a:sym typeface="Arial"/>
              </a:rPr>
            </a:br>
            <a:br>
              <a:rPr lang="en-US" sz="1700">
                <a:latin typeface="Arial"/>
                <a:ea typeface="Arial"/>
                <a:cs typeface="Arial"/>
                <a:sym typeface="Arial"/>
              </a:rPr>
            </a:br>
            <a:endParaRPr sz="1700">
              <a:latin typeface="Arial"/>
              <a:ea typeface="Arial"/>
              <a:cs typeface="Arial"/>
              <a:sym typeface="Arial"/>
            </a:endParaRPr>
          </a:p>
        </p:txBody>
      </p:sp>
      <p:sp>
        <p:nvSpPr>
          <p:cNvPr id="108" name="Google Shape;108;p6"/>
          <p:cNvSpPr txBox="1"/>
          <p:nvPr>
            <p:ph idx="1" type="body"/>
          </p:nvPr>
        </p:nvSpPr>
        <p:spPr>
          <a:xfrm>
            <a:off x="5388306" y="830937"/>
            <a:ext cx="6093900" cy="5650200"/>
          </a:xfrm>
          <a:prstGeom prst="rect">
            <a:avLst/>
          </a:prstGeom>
          <a:noFill/>
          <a:ln>
            <a:noFill/>
          </a:ln>
        </p:spPr>
        <p:txBody>
          <a:bodyPr anchorCtr="0" anchor="t" bIns="45700" lIns="91425" spcFirstLastPara="1" rIns="91425" wrap="square" tIns="45700">
            <a:normAutofit/>
          </a:bodyPr>
          <a:lstStyle/>
          <a:p>
            <a:pPr indent="-403098" lvl="0" marL="384048" rtl="0" algn="just">
              <a:lnSpc>
                <a:spcPct val="115000"/>
              </a:lnSpc>
              <a:spcBef>
                <a:spcPts val="1200"/>
              </a:spcBef>
              <a:spcAft>
                <a:spcPts val="0"/>
              </a:spcAft>
              <a:buSzPts val="1700"/>
              <a:buFont typeface="Arial"/>
              <a:buChar char="■"/>
            </a:pPr>
            <a:r>
              <a:rPr lang="en-US" sz="1700">
                <a:latin typeface="Arial"/>
                <a:ea typeface="Arial"/>
                <a:cs typeface="Arial"/>
                <a:sym typeface="Arial"/>
              </a:rPr>
              <a:t>The dataset was sourced from AstroSage’s internal consultation system, covering both call and chat consultations conducted between December 2023 and January 2024.</a:t>
            </a:r>
            <a:endParaRPr sz="1700">
              <a:latin typeface="Arial"/>
              <a:ea typeface="Arial"/>
              <a:cs typeface="Arial"/>
              <a:sym typeface="Arial"/>
            </a:endParaRPr>
          </a:p>
          <a:p>
            <a:pPr indent="-403098" lvl="0" marL="384048" rtl="0" algn="just">
              <a:lnSpc>
                <a:spcPct val="115000"/>
              </a:lnSpc>
              <a:spcBef>
                <a:spcPts val="1200"/>
              </a:spcBef>
              <a:spcAft>
                <a:spcPts val="0"/>
              </a:spcAft>
              <a:buSzPts val="1700"/>
              <a:buFont typeface="Arial"/>
              <a:buChar char="■"/>
            </a:pPr>
            <a:r>
              <a:rPr lang="en-US" sz="1700">
                <a:latin typeface="Arial"/>
                <a:ea typeface="Arial"/>
                <a:cs typeface="Arial"/>
                <a:sym typeface="Arial"/>
              </a:rPr>
              <a:t>It includes detailed records of astrologer–user interactions, providing insights into engagement, satisfaction, and revenue patterns.</a:t>
            </a:r>
            <a:endParaRPr sz="1700">
              <a:latin typeface="Arial"/>
              <a:ea typeface="Arial"/>
              <a:cs typeface="Arial"/>
              <a:sym typeface="Arial"/>
            </a:endParaRPr>
          </a:p>
          <a:p>
            <a:pPr indent="-403098" lvl="0" marL="384048" rtl="0" algn="just">
              <a:lnSpc>
                <a:spcPct val="115000"/>
              </a:lnSpc>
              <a:spcBef>
                <a:spcPts val="1200"/>
              </a:spcBef>
              <a:spcAft>
                <a:spcPts val="0"/>
              </a:spcAft>
              <a:buSzPts val="1700"/>
              <a:buFont typeface="Arial"/>
              <a:buChar char="■"/>
            </a:pPr>
            <a:r>
              <a:rPr lang="en-US" sz="1700">
                <a:latin typeface="Arial"/>
                <a:ea typeface="Arial"/>
                <a:cs typeface="Arial"/>
                <a:sym typeface="Arial"/>
              </a:rPr>
              <a:t>Key fields such as agent name, user ID, call time, rating, consultation type, and revenue form the foundation for analyzing performance and trends.</a:t>
            </a:r>
            <a:endParaRPr sz="1700">
              <a:latin typeface="Arial"/>
              <a:ea typeface="Arial"/>
              <a:cs typeface="Arial"/>
              <a:sym typeface="Arial"/>
            </a:endParaRPr>
          </a:p>
          <a:p>
            <a:pPr indent="-403098" lvl="0" marL="384048" rtl="0" algn="just">
              <a:lnSpc>
                <a:spcPct val="115000"/>
              </a:lnSpc>
              <a:spcBef>
                <a:spcPts val="1200"/>
              </a:spcBef>
              <a:spcAft>
                <a:spcPts val="0"/>
              </a:spcAft>
              <a:buSzPts val="1700"/>
              <a:buFont typeface="Arial"/>
              <a:buChar char="■"/>
            </a:pPr>
            <a:r>
              <a:rPr lang="en-US" sz="1700">
                <a:latin typeface="Arial"/>
                <a:ea typeface="Arial"/>
                <a:cs typeface="Arial"/>
                <a:sym typeface="Arial"/>
              </a:rPr>
              <a:t>Data cleaning was performed to remove duplicates, missing values, and irrelevant entries, ensuring accuracy and consistency.</a:t>
            </a:r>
            <a:endParaRPr sz="1700">
              <a:latin typeface="Arial"/>
              <a:ea typeface="Arial"/>
              <a:cs typeface="Arial"/>
              <a:sym typeface="Arial"/>
            </a:endParaRPr>
          </a:p>
          <a:p>
            <a:pPr indent="-385318" lvl="0" marL="384048" rtl="0" algn="just">
              <a:lnSpc>
                <a:spcPct val="115000"/>
              </a:lnSpc>
              <a:spcBef>
                <a:spcPts val="1200"/>
              </a:spcBef>
              <a:spcAft>
                <a:spcPts val="0"/>
              </a:spcAft>
              <a:buClr>
                <a:schemeClr val="dk2"/>
              </a:buClr>
              <a:buSzPts val="1700"/>
              <a:buFont typeface="Arial"/>
              <a:buChar char="■"/>
            </a:pPr>
            <a:r>
              <a:rPr lang="en-US" sz="1700">
                <a:latin typeface="Arial"/>
                <a:ea typeface="Arial"/>
                <a:cs typeface="Arial"/>
                <a:sym typeface="Arial"/>
              </a:rPr>
              <a:t>The refined dataset enables meaningful analysis of agent performance, consultation trends, and platform usage to identify improvement opportunities and optimize revenue.</a:t>
            </a:r>
            <a:endParaRPr sz="1700">
              <a:latin typeface="Arial"/>
              <a:ea typeface="Arial"/>
              <a:cs typeface="Arial"/>
              <a:sym typeface="Arial"/>
            </a:endParaRPr>
          </a:p>
        </p:txBody>
      </p:sp>
      <p:pic>
        <p:nvPicPr>
          <p:cNvPr descr="Bar chart with solid fill" id="109" name="Google Shape;109;p6"/>
          <p:cNvPicPr preferRelativeResize="0"/>
          <p:nvPr/>
        </p:nvPicPr>
        <p:blipFill rotWithShape="1">
          <a:blip r:embed="rId3">
            <a:alphaModFix/>
          </a:blip>
          <a:srcRect b="0" l="0" r="0" t="0"/>
          <a:stretch/>
        </p:blipFill>
        <p:spPr>
          <a:xfrm>
            <a:off x="2167312" y="1952757"/>
            <a:ext cx="2376174" cy="237617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13" name="Shape 113"/>
        <p:cNvGrpSpPr/>
        <p:nvPr/>
      </p:nvGrpSpPr>
      <p:grpSpPr>
        <a:xfrm>
          <a:off x="0" y="0"/>
          <a:ext cx="0" cy="0"/>
          <a:chOff x="0" y="0"/>
          <a:chExt cx="0" cy="0"/>
        </a:xfrm>
      </p:grpSpPr>
      <p:sp>
        <p:nvSpPr>
          <p:cNvPr id="114" name="Google Shape;114;p5"/>
          <p:cNvSpPr txBox="1"/>
          <p:nvPr>
            <p:ph type="title"/>
          </p:nvPr>
        </p:nvSpPr>
        <p:spPr>
          <a:xfrm>
            <a:off x="1167900" y="830800"/>
            <a:ext cx="10820400" cy="806400"/>
          </a:xfrm>
          <a:prstGeom prst="rect">
            <a:avLst/>
          </a:prstGeom>
          <a:noFill/>
          <a:ln>
            <a:noFill/>
          </a:ln>
        </p:spPr>
        <p:txBody>
          <a:bodyPr anchorCtr="0" anchor="t" bIns="45700" lIns="91425" spcFirstLastPara="1" rIns="91425" wrap="square" tIns="45700">
            <a:noAutofit/>
          </a:bodyPr>
          <a:lstStyle/>
          <a:p>
            <a:pPr indent="0" lvl="0" marL="0" rtl="0" algn="l">
              <a:lnSpc>
                <a:spcPct val="89000"/>
              </a:lnSpc>
              <a:spcBef>
                <a:spcPts val="0"/>
              </a:spcBef>
              <a:spcAft>
                <a:spcPts val="0"/>
              </a:spcAft>
              <a:buClr>
                <a:schemeClr val="dk2"/>
              </a:buClr>
              <a:buSzPts val="3600"/>
              <a:buFont typeface="Libre Franklin"/>
              <a:buNone/>
            </a:pPr>
            <a:r>
              <a:rPr lang="en-US" sz="1700">
                <a:latin typeface="Arial"/>
                <a:ea typeface="Arial"/>
                <a:cs typeface="Arial"/>
                <a:sym typeface="Arial"/>
              </a:rPr>
              <a:t>PROJECT OVERVIEW AND OBJECTIVE</a:t>
            </a:r>
            <a:br>
              <a:rPr lang="en-US" sz="1700">
                <a:latin typeface="Arial"/>
                <a:ea typeface="Arial"/>
                <a:cs typeface="Arial"/>
                <a:sym typeface="Arial"/>
              </a:rPr>
            </a:br>
            <a:endParaRPr sz="1700">
              <a:latin typeface="Arial"/>
              <a:ea typeface="Arial"/>
              <a:cs typeface="Arial"/>
              <a:sym typeface="Arial"/>
            </a:endParaRPr>
          </a:p>
        </p:txBody>
      </p:sp>
      <p:sp>
        <p:nvSpPr>
          <p:cNvPr id="115" name="Google Shape;115;p5"/>
          <p:cNvSpPr txBox="1"/>
          <p:nvPr>
            <p:ph idx="1" type="body"/>
          </p:nvPr>
        </p:nvSpPr>
        <p:spPr>
          <a:xfrm>
            <a:off x="1371600" y="1332750"/>
            <a:ext cx="10413000" cy="2135100"/>
          </a:xfrm>
          <a:prstGeom prst="rect">
            <a:avLst/>
          </a:prstGeom>
          <a:noFill/>
          <a:ln>
            <a:noFill/>
          </a:ln>
        </p:spPr>
        <p:txBody>
          <a:bodyPr anchorCtr="0" anchor="t" bIns="45700" lIns="91425" spcFirstLastPara="1" rIns="91425" wrap="square" tIns="45700">
            <a:normAutofit lnSpcReduction="10000"/>
          </a:bodyPr>
          <a:lstStyle/>
          <a:p>
            <a:pPr indent="-364998" lvl="0" marL="384048" rtl="0" algn="just">
              <a:lnSpc>
                <a:spcPct val="115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AstroSage offers astrological consultations via calls and chats across platforms.</a:t>
            </a:r>
            <a:endParaRPr sz="1700">
              <a:solidFill>
                <a:schemeClr val="dk1"/>
              </a:solidFill>
              <a:latin typeface="Arial"/>
              <a:ea typeface="Arial"/>
              <a:cs typeface="Arial"/>
              <a:sym typeface="Arial"/>
            </a:endParaRPr>
          </a:p>
          <a:p>
            <a:pPr indent="0" lvl="0" marL="0" rtl="0" algn="just">
              <a:lnSpc>
                <a:spcPct val="115000"/>
              </a:lnSpc>
              <a:spcBef>
                <a:spcPts val="0"/>
              </a:spcBef>
              <a:spcAft>
                <a:spcPts val="0"/>
              </a:spcAft>
              <a:buClr>
                <a:schemeClr val="dk2"/>
              </a:buClr>
              <a:buSzPts val="2000"/>
              <a:buNone/>
            </a:pPr>
            <a:r>
              <a:t/>
            </a:r>
            <a:endParaRPr sz="1700">
              <a:solidFill>
                <a:schemeClr val="dk1"/>
              </a:solidFill>
              <a:latin typeface="Arial"/>
              <a:ea typeface="Arial"/>
              <a:cs typeface="Arial"/>
              <a:sym typeface="Arial"/>
            </a:endParaRPr>
          </a:p>
          <a:p>
            <a:pPr indent="-364998" lvl="0" marL="384048" rtl="0" algn="just">
              <a:lnSpc>
                <a:spcPct val="115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The project analyzes call center operations using real-time consultation data.</a:t>
            </a:r>
            <a:endParaRPr sz="1700">
              <a:solidFill>
                <a:schemeClr val="dk1"/>
              </a:solidFill>
              <a:latin typeface="Arial"/>
              <a:ea typeface="Arial"/>
              <a:cs typeface="Arial"/>
              <a:sym typeface="Arial"/>
            </a:endParaRPr>
          </a:p>
          <a:p>
            <a:pPr indent="0" lvl="0" marL="0" rtl="0" algn="just">
              <a:lnSpc>
                <a:spcPct val="115000"/>
              </a:lnSpc>
              <a:spcBef>
                <a:spcPts val="0"/>
              </a:spcBef>
              <a:spcAft>
                <a:spcPts val="0"/>
              </a:spcAft>
              <a:buClr>
                <a:schemeClr val="dk2"/>
              </a:buClr>
              <a:buSzPts val="2000"/>
              <a:buNone/>
            </a:pPr>
            <a:r>
              <a:t/>
            </a:r>
            <a:endParaRPr sz="1700">
              <a:solidFill>
                <a:schemeClr val="dk1"/>
              </a:solidFill>
              <a:latin typeface="Arial"/>
              <a:ea typeface="Arial"/>
              <a:cs typeface="Arial"/>
              <a:sym typeface="Arial"/>
            </a:endParaRPr>
          </a:p>
          <a:p>
            <a:pPr indent="-364998" lvl="0" marL="384048" rtl="0" algn="just">
              <a:lnSpc>
                <a:spcPct val="115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Objective: Build an Excel dashboard to visualize trends, agent metrics, and call patterns.</a:t>
            </a:r>
            <a:endParaRPr sz="1700">
              <a:solidFill>
                <a:schemeClr val="dk1"/>
              </a:solidFill>
              <a:latin typeface="Arial"/>
              <a:ea typeface="Arial"/>
              <a:cs typeface="Arial"/>
              <a:sym typeface="Arial"/>
            </a:endParaRPr>
          </a:p>
          <a:p>
            <a:pPr indent="0" lvl="0" marL="0" rtl="0" algn="just">
              <a:lnSpc>
                <a:spcPct val="115000"/>
              </a:lnSpc>
              <a:spcBef>
                <a:spcPts val="0"/>
              </a:spcBef>
              <a:spcAft>
                <a:spcPts val="0"/>
              </a:spcAft>
              <a:buClr>
                <a:schemeClr val="dk2"/>
              </a:buClr>
              <a:buSzPts val="2000"/>
              <a:buNone/>
            </a:pPr>
            <a:r>
              <a:t/>
            </a:r>
            <a:endParaRPr sz="1700">
              <a:solidFill>
                <a:schemeClr val="dk1"/>
              </a:solidFill>
              <a:latin typeface="Arial"/>
              <a:ea typeface="Arial"/>
              <a:cs typeface="Arial"/>
              <a:sym typeface="Arial"/>
            </a:endParaRPr>
          </a:p>
          <a:p>
            <a:pPr indent="-364998" lvl="0" marL="384048" rtl="0" algn="just">
              <a:lnSpc>
                <a:spcPct val="115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Goal: Help AstroSage make strategic decisions to boost efficiency and user satisfaction.</a:t>
            </a:r>
            <a:endParaRPr sz="1700">
              <a:solidFill>
                <a:schemeClr val="dk1"/>
              </a:solidFill>
              <a:latin typeface="Arial"/>
              <a:ea typeface="Arial"/>
              <a:cs typeface="Arial"/>
              <a:sym typeface="Arial"/>
            </a:endParaRPr>
          </a:p>
        </p:txBody>
      </p:sp>
      <p:sp>
        <p:nvSpPr>
          <p:cNvPr id="116" name="Google Shape;116;p5"/>
          <p:cNvSpPr txBox="1"/>
          <p:nvPr>
            <p:ph idx="1" type="body"/>
          </p:nvPr>
        </p:nvSpPr>
        <p:spPr>
          <a:xfrm>
            <a:off x="1307800" y="3847950"/>
            <a:ext cx="9879600" cy="2651700"/>
          </a:xfrm>
          <a:prstGeom prst="rect">
            <a:avLst/>
          </a:prstGeom>
          <a:noFill/>
          <a:ln>
            <a:noFill/>
          </a:ln>
        </p:spPr>
        <p:txBody>
          <a:bodyPr anchorCtr="0" anchor="t" bIns="45700" lIns="91425" spcFirstLastPara="1" rIns="91425" wrap="square" tIns="45700">
            <a:normAutofit/>
          </a:bodyPr>
          <a:lstStyle/>
          <a:p>
            <a:pPr indent="-336550" lvl="0" marL="457200" rtl="0" algn="just">
              <a:lnSpc>
                <a:spcPct val="20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Cleaned the dataset by removing irrelevant columns and finalizing required fields.  </a:t>
            </a:r>
            <a:endParaRPr sz="1700">
              <a:solidFill>
                <a:schemeClr val="dk1"/>
              </a:solidFill>
              <a:latin typeface="Arial"/>
              <a:ea typeface="Arial"/>
              <a:cs typeface="Arial"/>
              <a:sym typeface="Arial"/>
            </a:endParaRPr>
          </a:p>
          <a:p>
            <a:pPr indent="-336550" lvl="0" marL="457200" rtl="0" algn="just">
              <a:lnSpc>
                <a:spcPct val="20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Created pivot tables for analyzing agent performance, call patterns, and revenue trends.  </a:t>
            </a:r>
            <a:endParaRPr sz="1700">
              <a:solidFill>
                <a:schemeClr val="dk1"/>
              </a:solidFill>
              <a:latin typeface="Arial"/>
              <a:ea typeface="Arial"/>
              <a:cs typeface="Arial"/>
              <a:sym typeface="Arial"/>
            </a:endParaRPr>
          </a:p>
          <a:p>
            <a:pPr indent="-336550" lvl="0" marL="457200" rtl="0" algn="just">
              <a:lnSpc>
                <a:spcPct val="20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Designed a multi-page dashboard in Excel using slicers and navigation buttons.  </a:t>
            </a:r>
            <a:endParaRPr sz="1700">
              <a:solidFill>
                <a:schemeClr val="dk1"/>
              </a:solidFill>
              <a:latin typeface="Arial"/>
              <a:ea typeface="Arial"/>
              <a:cs typeface="Arial"/>
              <a:sym typeface="Arial"/>
            </a:endParaRPr>
          </a:p>
          <a:p>
            <a:pPr indent="-336550" lvl="0" marL="457200" rtl="0" algn="just">
              <a:lnSpc>
                <a:spcPct val="20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Implemented interactivity by linking charts with filters (month, website, consultation type).  </a:t>
            </a:r>
            <a:endParaRPr sz="1700">
              <a:solidFill>
                <a:schemeClr val="dk1"/>
              </a:solidFill>
              <a:latin typeface="Arial"/>
              <a:ea typeface="Arial"/>
              <a:cs typeface="Arial"/>
              <a:sym typeface="Arial"/>
            </a:endParaRPr>
          </a:p>
          <a:p>
            <a:pPr indent="-336550" lvl="0" marL="457200" rtl="0" algn="just">
              <a:lnSpc>
                <a:spcPct val="200000"/>
              </a:lnSpc>
              <a:spcBef>
                <a:spcPts val="0"/>
              </a:spcBef>
              <a:spcAft>
                <a:spcPts val="0"/>
              </a:spcAft>
              <a:buClr>
                <a:schemeClr val="dk1"/>
              </a:buClr>
              <a:buSzPts val="1700"/>
              <a:buFont typeface="Arial"/>
              <a:buChar char="■"/>
            </a:pPr>
            <a:r>
              <a:rPr lang="en-US" sz="1700">
                <a:solidFill>
                  <a:schemeClr val="dk1"/>
                </a:solidFill>
                <a:latin typeface="Arial"/>
                <a:ea typeface="Arial"/>
                <a:cs typeface="Arial"/>
                <a:sym typeface="Arial"/>
              </a:rPr>
              <a:t>Visualized key metrics using bar, line, donut, and stacked column charts.</a:t>
            </a:r>
            <a:endParaRPr sz="1700">
              <a:solidFill>
                <a:schemeClr val="dk1"/>
              </a:solidFill>
              <a:latin typeface="Arial"/>
              <a:ea typeface="Arial"/>
              <a:cs typeface="Arial"/>
              <a:sym typeface="Arial"/>
            </a:endParaRPr>
          </a:p>
        </p:txBody>
      </p:sp>
      <p:sp>
        <p:nvSpPr>
          <p:cNvPr id="117" name="Google Shape;117;p5"/>
          <p:cNvSpPr txBox="1"/>
          <p:nvPr>
            <p:ph type="title"/>
          </p:nvPr>
        </p:nvSpPr>
        <p:spPr>
          <a:xfrm>
            <a:off x="1167900" y="3467850"/>
            <a:ext cx="4663500" cy="380100"/>
          </a:xfrm>
          <a:prstGeom prst="rect">
            <a:avLst/>
          </a:prstGeom>
          <a:noFill/>
          <a:ln>
            <a:noFill/>
          </a:ln>
        </p:spPr>
        <p:txBody>
          <a:bodyPr anchorCtr="0" anchor="t" bIns="45700" lIns="91425" spcFirstLastPara="1" rIns="91425" wrap="square" tIns="45700">
            <a:noAutofit/>
          </a:bodyPr>
          <a:lstStyle/>
          <a:p>
            <a:pPr indent="0" lvl="0" marL="0" rtl="0" algn="l">
              <a:lnSpc>
                <a:spcPct val="89000"/>
              </a:lnSpc>
              <a:spcBef>
                <a:spcPts val="0"/>
              </a:spcBef>
              <a:spcAft>
                <a:spcPts val="0"/>
              </a:spcAft>
              <a:buClr>
                <a:schemeClr val="dk2"/>
              </a:buClr>
              <a:buSzPts val="3600"/>
              <a:buFont typeface="Libre Franklin"/>
              <a:buNone/>
            </a:pPr>
            <a:r>
              <a:rPr lang="en-US" sz="1700">
                <a:latin typeface="Arial"/>
                <a:ea typeface="Arial"/>
                <a:cs typeface="Arial"/>
                <a:sym typeface="Arial"/>
              </a:rPr>
              <a:t>METHODOLOGY</a:t>
            </a:r>
            <a:endParaRPr sz="17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121" name="Shape 121"/>
        <p:cNvGrpSpPr/>
        <p:nvPr/>
      </p:nvGrpSpPr>
      <p:grpSpPr>
        <a:xfrm>
          <a:off x="0" y="0"/>
          <a:ext cx="0" cy="0"/>
          <a:chOff x="0" y="0"/>
          <a:chExt cx="0" cy="0"/>
        </a:xfrm>
      </p:grpSpPr>
      <p:sp>
        <p:nvSpPr>
          <p:cNvPr id="122" name="Google Shape;122;p8"/>
          <p:cNvSpPr txBox="1"/>
          <p:nvPr>
            <p:ph type="ctrTitle"/>
          </p:nvPr>
        </p:nvSpPr>
        <p:spPr>
          <a:xfrm>
            <a:off x="731525" y="2876597"/>
            <a:ext cx="5261700" cy="1055400"/>
          </a:xfrm>
          <a:prstGeom prst="rect">
            <a:avLst/>
          </a:prstGeom>
          <a:noFill/>
          <a:ln>
            <a:noFill/>
          </a:ln>
        </p:spPr>
        <p:txBody>
          <a:bodyPr anchorCtr="0" anchor="b" bIns="45700" lIns="91425" spcFirstLastPara="1" rIns="91425" wrap="square" tIns="45700">
            <a:normAutofit/>
          </a:bodyPr>
          <a:lstStyle/>
          <a:p>
            <a:pPr indent="0" lvl="0" marL="0" rtl="0" algn="l">
              <a:lnSpc>
                <a:spcPct val="89000"/>
              </a:lnSpc>
              <a:spcBef>
                <a:spcPts val="0"/>
              </a:spcBef>
              <a:spcAft>
                <a:spcPts val="0"/>
              </a:spcAft>
              <a:buClr>
                <a:schemeClr val="dk2"/>
              </a:buClr>
              <a:buSzPts val="5400"/>
              <a:buFont typeface="Libre Franklin"/>
              <a:buNone/>
            </a:pPr>
            <a:r>
              <a:rPr lang="en-US">
                <a:latin typeface="Arial"/>
                <a:ea typeface="Arial"/>
                <a:cs typeface="Arial"/>
                <a:sym typeface="Arial"/>
              </a:rPr>
              <a:t>ANALYSIS</a:t>
            </a:r>
            <a:endParaRPr>
              <a:latin typeface="Arial"/>
              <a:ea typeface="Arial"/>
              <a:cs typeface="Arial"/>
              <a:sym typeface="Arial"/>
            </a:endParaRPr>
          </a:p>
        </p:txBody>
      </p:sp>
      <p:pic>
        <p:nvPicPr>
          <p:cNvPr id="123" name="Google Shape;123;p8"/>
          <p:cNvPicPr preferRelativeResize="0"/>
          <p:nvPr>
            <p:ph idx="2" type="pic"/>
          </p:nvPr>
        </p:nvPicPr>
        <p:blipFill rotWithShape="1">
          <a:blip r:embed="rId3">
            <a:alphaModFix/>
          </a:blip>
          <a:srcRect b="13388" l="16877" r="16877" t="0"/>
          <a:stretch/>
        </p:blipFill>
        <p:spPr>
          <a:xfrm>
            <a:off x="6332972" y="1589899"/>
            <a:ext cx="4480560" cy="3896501"/>
          </a:xfrm>
          <a:prstGeom prst="rect">
            <a:avLst/>
          </a:prstGeom>
          <a:solidFill>
            <a:srgbClr val="F2F2F2"/>
          </a:solid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27" name="Shape 127"/>
        <p:cNvGrpSpPr/>
        <p:nvPr/>
      </p:nvGrpSpPr>
      <p:grpSpPr>
        <a:xfrm>
          <a:off x="0" y="0"/>
          <a:ext cx="0" cy="0"/>
          <a:chOff x="0" y="0"/>
          <a:chExt cx="0" cy="0"/>
        </a:xfrm>
      </p:grpSpPr>
      <p:pic>
        <p:nvPicPr>
          <p:cNvPr id="128" name="Google Shape;128;p10"/>
          <p:cNvPicPr preferRelativeResize="0"/>
          <p:nvPr/>
        </p:nvPicPr>
        <p:blipFill rotWithShape="1">
          <a:blip r:embed="rId3">
            <a:alphaModFix/>
          </a:blip>
          <a:srcRect b="0" l="0" r="0" t="0"/>
          <a:stretch/>
        </p:blipFill>
        <p:spPr>
          <a:xfrm>
            <a:off x="2754001" y="1480101"/>
            <a:ext cx="7499649" cy="3247125"/>
          </a:xfrm>
          <a:prstGeom prst="rect">
            <a:avLst/>
          </a:prstGeom>
          <a:noFill/>
          <a:ln>
            <a:noFill/>
          </a:ln>
          <a:effectLst>
            <a:outerShdw blurRad="190500" rotWithShape="0" algn="tl">
              <a:srgbClr val="000000">
                <a:alpha val="69803"/>
              </a:srgbClr>
            </a:outerShdw>
          </a:effectLst>
        </p:spPr>
      </p:pic>
      <p:sp>
        <p:nvSpPr>
          <p:cNvPr id="129" name="Google Shape;129;p10"/>
          <p:cNvSpPr txBox="1"/>
          <p:nvPr/>
        </p:nvSpPr>
        <p:spPr>
          <a:xfrm>
            <a:off x="1203767" y="868101"/>
            <a:ext cx="4282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rPr>
              <a:t>CALLS PER DAY</a:t>
            </a:r>
            <a:endParaRPr sz="1700"/>
          </a:p>
        </p:txBody>
      </p:sp>
      <p:sp>
        <p:nvSpPr>
          <p:cNvPr id="130" name="Google Shape;130;p10"/>
          <p:cNvSpPr txBox="1"/>
          <p:nvPr/>
        </p:nvSpPr>
        <p:spPr>
          <a:xfrm>
            <a:off x="2526475" y="5094900"/>
            <a:ext cx="9090000" cy="13491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Highest calls</a:t>
            </a:r>
            <a:r>
              <a:rPr lang="en-US" sz="1700">
                <a:solidFill>
                  <a:schemeClr val="dk1"/>
                </a:solidFill>
              </a:rPr>
              <a:t>: Sunday &amp; Monday (~1400).</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Lowest calls</a:t>
            </a:r>
            <a:r>
              <a:rPr lang="en-US" sz="1700">
                <a:solidFill>
                  <a:schemeClr val="dk1"/>
                </a:solidFill>
              </a:rPr>
              <a:t>: Thursday (~800). </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Midweek:</a:t>
            </a:r>
            <a:r>
              <a:rPr lang="en-US" sz="1700">
                <a:solidFill>
                  <a:schemeClr val="dk1"/>
                </a:solidFill>
              </a:rPr>
              <a:t> Decline from Tuesday to Thursday. </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End of week</a:t>
            </a:r>
            <a:r>
              <a:rPr lang="en-US" sz="1700">
                <a:solidFill>
                  <a:schemeClr val="dk1"/>
                </a:solidFill>
              </a:rPr>
              <a:t>: Recovery on Friday &amp; Saturday (~1300).  </a:t>
            </a:r>
            <a:endParaRPr sz="17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34" name="Shape 134"/>
        <p:cNvGrpSpPr/>
        <p:nvPr/>
      </p:nvGrpSpPr>
      <p:grpSpPr>
        <a:xfrm>
          <a:off x="0" y="0"/>
          <a:ext cx="0" cy="0"/>
          <a:chOff x="0" y="0"/>
          <a:chExt cx="0" cy="0"/>
        </a:xfrm>
      </p:grpSpPr>
      <p:pic>
        <p:nvPicPr>
          <p:cNvPr id="135" name="Google Shape;135;p9"/>
          <p:cNvPicPr preferRelativeResize="0"/>
          <p:nvPr/>
        </p:nvPicPr>
        <p:blipFill rotWithShape="1">
          <a:blip r:embed="rId3">
            <a:alphaModFix/>
          </a:blip>
          <a:srcRect b="0" l="0" r="0" t="0"/>
          <a:stretch/>
        </p:blipFill>
        <p:spPr>
          <a:xfrm>
            <a:off x="2553250" y="1441200"/>
            <a:ext cx="7347800" cy="2725800"/>
          </a:xfrm>
          <a:prstGeom prst="rect">
            <a:avLst/>
          </a:prstGeom>
          <a:noFill/>
          <a:ln>
            <a:noFill/>
          </a:ln>
          <a:effectLst>
            <a:outerShdw blurRad="190500" rotWithShape="0" algn="tl">
              <a:srgbClr val="000000">
                <a:alpha val="69803"/>
              </a:srgbClr>
            </a:outerShdw>
          </a:effectLst>
        </p:spPr>
      </p:pic>
      <p:sp>
        <p:nvSpPr>
          <p:cNvPr id="136" name="Google Shape;136;p9"/>
          <p:cNvSpPr txBox="1"/>
          <p:nvPr/>
        </p:nvSpPr>
        <p:spPr>
          <a:xfrm>
            <a:off x="1203767" y="868101"/>
            <a:ext cx="4282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700" u="none" cap="none" strike="noStrike">
                <a:solidFill>
                  <a:schemeClr val="dk1"/>
                </a:solidFill>
              </a:rPr>
              <a:t>CONSULTATION BY REVENUE</a:t>
            </a:r>
            <a:endParaRPr sz="1700"/>
          </a:p>
        </p:txBody>
      </p:sp>
      <p:sp>
        <p:nvSpPr>
          <p:cNvPr id="137" name="Google Shape;137;p9"/>
          <p:cNvSpPr txBox="1"/>
          <p:nvPr>
            <p:ph idx="1" type="body"/>
          </p:nvPr>
        </p:nvSpPr>
        <p:spPr>
          <a:xfrm>
            <a:off x="1631585" y="4513787"/>
            <a:ext cx="9666000" cy="1531500"/>
          </a:xfrm>
          <a:prstGeom prst="rect">
            <a:avLst/>
          </a:prstGeom>
          <a:noFill/>
          <a:ln>
            <a:noFill/>
          </a:ln>
        </p:spPr>
        <p:txBody>
          <a:bodyPr anchorCtr="0" anchor="ctr" bIns="45700" lIns="91425" spcFirstLastPara="1" rIns="91425" wrap="square" tIns="45700">
            <a:spAutoFit/>
          </a:bodyPr>
          <a:lstStyle/>
          <a:p>
            <a:pPr indent="-336550" lvl="0" marL="457200" rtl="0" algn="l">
              <a:lnSpc>
                <a:spcPct val="150000"/>
              </a:lnSpc>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Calls </a:t>
            </a:r>
            <a:r>
              <a:rPr lang="en-US" sz="1700">
                <a:solidFill>
                  <a:schemeClr val="dk1"/>
                </a:solidFill>
                <a:latin typeface="Arial"/>
                <a:ea typeface="Arial"/>
                <a:cs typeface="Arial"/>
                <a:sym typeface="Arial"/>
              </a:rPr>
              <a:t>generate the highest revenue (~78%), so call consultations are the core business driver.</a:t>
            </a:r>
            <a:endParaRPr sz="1700">
              <a:solidFill>
                <a:schemeClr val="dk1"/>
              </a:solidFill>
              <a:latin typeface="Arial"/>
              <a:ea typeface="Arial"/>
              <a:cs typeface="Arial"/>
              <a:sym typeface="Arial"/>
            </a:endParaRPr>
          </a:p>
          <a:p>
            <a:pPr indent="-336550" lvl="0" marL="457200" rtl="0" algn="l">
              <a:lnSpc>
                <a:spcPct val="150000"/>
              </a:lnSpc>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Chats</a:t>
            </a:r>
            <a:r>
              <a:rPr lang="en-US" sz="1700">
                <a:solidFill>
                  <a:schemeClr val="dk1"/>
                </a:solidFill>
                <a:latin typeface="Arial"/>
                <a:ea typeface="Arial"/>
                <a:cs typeface="Arial"/>
                <a:sym typeface="Arial"/>
              </a:rPr>
              <a:t> contribute moderate revenue (~22%), but far less than calls.</a:t>
            </a:r>
            <a:endParaRPr sz="1700">
              <a:solidFill>
                <a:schemeClr val="dk1"/>
              </a:solidFill>
              <a:latin typeface="Arial"/>
              <a:ea typeface="Arial"/>
              <a:cs typeface="Arial"/>
              <a:sym typeface="Arial"/>
            </a:endParaRPr>
          </a:p>
          <a:p>
            <a:pPr indent="-336550" lvl="0" marL="457200" rtl="0" algn="l">
              <a:lnSpc>
                <a:spcPct val="150000"/>
              </a:lnSpc>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Complementary &amp; Public Live Calls</a:t>
            </a:r>
            <a:r>
              <a:rPr lang="en-US" sz="1700">
                <a:solidFill>
                  <a:schemeClr val="dk1"/>
                </a:solidFill>
                <a:latin typeface="Arial"/>
                <a:ea typeface="Arial"/>
                <a:cs typeface="Arial"/>
                <a:sym typeface="Arial"/>
              </a:rPr>
              <a:t> bring negligible revenue, likely serving as free/promotional tools.           </a:t>
            </a:r>
            <a:endParaRPr sz="17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41" name="Shape 141"/>
        <p:cNvGrpSpPr/>
        <p:nvPr/>
      </p:nvGrpSpPr>
      <p:grpSpPr>
        <a:xfrm>
          <a:off x="0" y="0"/>
          <a:ext cx="0" cy="0"/>
          <a:chOff x="0" y="0"/>
          <a:chExt cx="0" cy="0"/>
        </a:xfrm>
      </p:grpSpPr>
      <p:pic>
        <p:nvPicPr>
          <p:cNvPr id="142" name="Google Shape;142;p11"/>
          <p:cNvPicPr preferRelativeResize="0"/>
          <p:nvPr/>
        </p:nvPicPr>
        <p:blipFill rotWithShape="1">
          <a:blip r:embed="rId3">
            <a:alphaModFix/>
          </a:blip>
          <a:srcRect b="0" l="0" r="0" t="0"/>
          <a:stretch/>
        </p:blipFill>
        <p:spPr>
          <a:xfrm>
            <a:off x="3481300" y="1621175"/>
            <a:ext cx="4684500" cy="2672375"/>
          </a:xfrm>
          <a:prstGeom prst="rect">
            <a:avLst/>
          </a:prstGeom>
          <a:noFill/>
          <a:ln>
            <a:noFill/>
          </a:ln>
          <a:effectLst>
            <a:outerShdw blurRad="190500" rotWithShape="0" algn="tl">
              <a:srgbClr val="000000">
                <a:alpha val="69803"/>
              </a:srgbClr>
            </a:outerShdw>
          </a:effectLst>
        </p:spPr>
      </p:pic>
      <p:sp>
        <p:nvSpPr>
          <p:cNvPr id="143" name="Google Shape;143;p11"/>
          <p:cNvSpPr txBox="1"/>
          <p:nvPr/>
        </p:nvSpPr>
        <p:spPr>
          <a:xfrm>
            <a:off x="1203767" y="868101"/>
            <a:ext cx="52434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rPr>
              <a:t>WEBSITE WISE CALL DISTRIBUTION</a:t>
            </a:r>
            <a:endParaRPr sz="1700"/>
          </a:p>
        </p:txBody>
      </p:sp>
      <p:sp>
        <p:nvSpPr>
          <p:cNvPr id="144" name="Google Shape;144;p11"/>
          <p:cNvSpPr/>
          <p:nvPr/>
        </p:nvSpPr>
        <p:spPr>
          <a:xfrm>
            <a:off x="1862625" y="4047050"/>
            <a:ext cx="9185700" cy="2553000"/>
          </a:xfrm>
          <a:prstGeom prst="rect">
            <a:avLst/>
          </a:prstGeom>
          <a:noFill/>
          <a:ln>
            <a:noFill/>
          </a:ln>
        </p:spPr>
        <p:txBody>
          <a:bodyPr anchorCtr="0" anchor="ctr" bIns="45700" lIns="91425" spcFirstLastPara="1" rIns="91425" wrap="square" tIns="45700">
            <a:noAutofit/>
          </a:bodyPr>
          <a:lstStyle/>
          <a:p>
            <a:pPr indent="-336550" lvl="0" marL="457200" marR="0" rtl="0" algn="l">
              <a:lnSpc>
                <a:spcPct val="115000"/>
              </a:lnSpc>
              <a:spcBef>
                <a:spcPts val="0"/>
              </a:spcBef>
              <a:spcAft>
                <a:spcPts val="0"/>
              </a:spcAft>
              <a:buClr>
                <a:schemeClr val="dk1"/>
              </a:buClr>
              <a:buSzPts val="1700"/>
              <a:buChar char="●"/>
            </a:pPr>
            <a:r>
              <a:rPr b="1" lang="en-US" sz="1700">
                <a:solidFill>
                  <a:schemeClr val="dk1"/>
                </a:solidFill>
              </a:rPr>
              <a:t>App</a:t>
            </a:r>
            <a:r>
              <a:rPr lang="en-US" sz="1700">
                <a:solidFill>
                  <a:schemeClr val="dk1"/>
                </a:solidFill>
              </a:rPr>
              <a:t> generates the highest number of calls, showing it’s the main platform for customer engagement.</a:t>
            </a:r>
            <a:endParaRPr sz="1700">
              <a:solidFill>
                <a:schemeClr val="dk1"/>
              </a:solidFill>
            </a:endParaRPr>
          </a:p>
          <a:p>
            <a:pPr indent="-336550" lvl="0" marL="457200" marR="0" rtl="0" algn="l">
              <a:lnSpc>
                <a:spcPct val="115000"/>
              </a:lnSpc>
              <a:spcBef>
                <a:spcPts val="0"/>
              </a:spcBef>
              <a:spcAft>
                <a:spcPts val="0"/>
              </a:spcAft>
              <a:buClr>
                <a:schemeClr val="dk1"/>
              </a:buClr>
              <a:buSzPts val="1700"/>
              <a:buChar char="●"/>
            </a:pPr>
            <a:r>
              <a:rPr b="1" lang="en-US" sz="1700">
                <a:solidFill>
                  <a:schemeClr val="dk1"/>
                </a:solidFill>
              </a:rPr>
              <a:t>Dashboard</a:t>
            </a:r>
            <a:r>
              <a:rPr lang="en-US" sz="1700">
                <a:solidFill>
                  <a:schemeClr val="dk1"/>
                </a:solidFill>
              </a:rPr>
              <a:t> contributes very few calls. </a:t>
            </a:r>
            <a:endParaRPr sz="1700">
              <a:solidFill>
                <a:schemeClr val="dk1"/>
              </a:solidFill>
            </a:endParaRPr>
          </a:p>
          <a:p>
            <a:pPr indent="-336550" lvl="0" marL="457200" marR="0" rtl="0" algn="l">
              <a:lnSpc>
                <a:spcPct val="115000"/>
              </a:lnSpc>
              <a:spcBef>
                <a:spcPts val="0"/>
              </a:spcBef>
              <a:spcAft>
                <a:spcPts val="0"/>
              </a:spcAft>
              <a:buClr>
                <a:schemeClr val="dk1"/>
              </a:buClr>
              <a:buSzPts val="1700"/>
              <a:buChar char="●"/>
            </a:pPr>
            <a:r>
              <a:rPr b="1" lang="en-US" sz="1700">
                <a:solidFill>
                  <a:schemeClr val="dk1"/>
                </a:solidFill>
              </a:rPr>
              <a:t>Gurucool</a:t>
            </a:r>
            <a:r>
              <a:rPr lang="en-US" sz="1700">
                <a:solidFill>
                  <a:schemeClr val="dk1"/>
                </a:solidFill>
              </a:rPr>
              <a:t> has almost negligible share  </a:t>
            </a:r>
            <a:endParaRPr b="1" sz="17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48" name="Shape 148"/>
        <p:cNvGrpSpPr/>
        <p:nvPr/>
      </p:nvGrpSpPr>
      <p:grpSpPr>
        <a:xfrm>
          <a:off x="0" y="0"/>
          <a:ext cx="0" cy="0"/>
          <a:chOff x="0" y="0"/>
          <a:chExt cx="0" cy="0"/>
        </a:xfrm>
      </p:grpSpPr>
      <p:pic>
        <p:nvPicPr>
          <p:cNvPr id="149" name="Google Shape;149;p12"/>
          <p:cNvPicPr preferRelativeResize="0"/>
          <p:nvPr/>
        </p:nvPicPr>
        <p:blipFill rotWithShape="1">
          <a:blip r:embed="rId3">
            <a:alphaModFix/>
          </a:blip>
          <a:srcRect b="0" l="0" r="0" t="0"/>
          <a:stretch/>
        </p:blipFill>
        <p:spPr>
          <a:xfrm>
            <a:off x="3060725" y="1790400"/>
            <a:ext cx="5931524" cy="3403000"/>
          </a:xfrm>
          <a:prstGeom prst="rect">
            <a:avLst/>
          </a:prstGeom>
          <a:noFill/>
          <a:ln>
            <a:noFill/>
          </a:ln>
          <a:effectLst>
            <a:outerShdw blurRad="190500" rotWithShape="0" algn="tl">
              <a:srgbClr val="000000">
                <a:alpha val="69803"/>
              </a:srgbClr>
            </a:outerShdw>
          </a:effectLst>
        </p:spPr>
      </p:pic>
      <p:sp>
        <p:nvSpPr>
          <p:cNvPr id="150" name="Google Shape;150;p12"/>
          <p:cNvSpPr txBox="1"/>
          <p:nvPr/>
        </p:nvSpPr>
        <p:spPr>
          <a:xfrm>
            <a:off x="1203767" y="868101"/>
            <a:ext cx="52434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rPr>
              <a:t>CALL STATUS DISTRIBUTION</a:t>
            </a:r>
            <a:endParaRPr sz="17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54" name="Shape 154"/>
        <p:cNvGrpSpPr/>
        <p:nvPr/>
      </p:nvGrpSpPr>
      <p:grpSpPr>
        <a:xfrm>
          <a:off x="0" y="0"/>
          <a:ext cx="0" cy="0"/>
          <a:chOff x="0" y="0"/>
          <a:chExt cx="0" cy="0"/>
        </a:xfrm>
      </p:grpSpPr>
      <p:sp>
        <p:nvSpPr>
          <p:cNvPr id="155" name="Google Shape;155;g38abc9c51ee_0_35"/>
          <p:cNvSpPr txBox="1"/>
          <p:nvPr/>
        </p:nvSpPr>
        <p:spPr>
          <a:xfrm>
            <a:off x="1203767" y="868101"/>
            <a:ext cx="52434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rPr>
              <a:t>CALL STATUS DISTRIBUTION</a:t>
            </a:r>
            <a:endParaRPr sz="1700"/>
          </a:p>
        </p:txBody>
      </p:sp>
      <p:sp>
        <p:nvSpPr>
          <p:cNvPr id="156" name="Google Shape;156;g38abc9c51ee_0_35"/>
          <p:cNvSpPr/>
          <p:nvPr/>
        </p:nvSpPr>
        <p:spPr>
          <a:xfrm>
            <a:off x="1902250" y="868100"/>
            <a:ext cx="8887800" cy="4196100"/>
          </a:xfrm>
          <a:prstGeom prst="rect">
            <a:avLst/>
          </a:prstGeom>
          <a:noFill/>
          <a:ln>
            <a:noFill/>
          </a:ln>
        </p:spPr>
        <p:txBody>
          <a:bodyPr anchorCtr="0" anchor="ctr" bIns="45700" lIns="91425" spcFirstLastPara="1" rIns="91425" wrap="square" tIns="45700">
            <a:noAutofit/>
          </a:bodyPr>
          <a:lstStyle/>
          <a:p>
            <a:pPr indent="-336550" lvl="0" marL="457200" marR="0" rtl="0" algn="l">
              <a:lnSpc>
                <a:spcPct val="115000"/>
              </a:lnSpc>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Completed Calls – 41%</a:t>
            </a:r>
            <a:r>
              <a:rPr lang="en-US" sz="1700">
                <a:solidFill>
                  <a:schemeClr val="dk1"/>
                </a:solidFill>
                <a:latin typeface="Arial"/>
                <a:ea typeface="Arial"/>
                <a:cs typeface="Arial"/>
                <a:sym typeface="Arial"/>
              </a:rPr>
              <a:t>: This is positive as the largest share of calls are successfully completed.</a:t>
            </a:r>
            <a:endParaRPr sz="1700"/>
          </a:p>
          <a:p>
            <a:pPr indent="-336550" lvl="0" marL="457200" marR="0" rtl="0" algn="l">
              <a:lnSpc>
                <a:spcPct val="115000"/>
              </a:lnSpc>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No Answer – 21%</a:t>
            </a:r>
            <a:r>
              <a:rPr lang="en-US" sz="1700">
                <a:solidFill>
                  <a:schemeClr val="dk1"/>
                </a:solidFill>
                <a:latin typeface="Arial"/>
                <a:ea typeface="Arial"/>
                <a:cs typeface="Arial"/>
                <a:sym typeface="Arial"/>
              </a:rPr>
              <a:t>: A significant issue – nearly 1 in 5 calls go unanswered. This shows missed opportunities and needs urgent attention.</a:t>
            </a:r>
            <a:endParaRPr sz="1700"/>
          </a:p>
          <a:p>
            <a:pPr indent="-336550" lvl="0" marL="457200" marR="0" rtl="0" algn="l">
              <a:lnSpc>
                <a:spcPct val="115000"/>
              </a:lnSpc>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Busy – 15%</a:t>
            </a:r>
            <a:r>
              <a:rPr lang="en-US" sz="1700">
                <a:solidFill>
                  <a:schemeClr val="dk1"/>
                </a:solidFill>
                <a:latin typeface="Arial"/>
                <a:ea typeface="Arial"/>
                <a:cs typeface="Arial"/>
                <a:sym typeface="Arial"/>
              </a:rPr>
              <a:t>: Customers are frequently engaged, suggesting possible </a:t>
            </a:r>
            <a:r>
              <a:rPr b="1" lang="en-US" sz="1700">
                <a:solidFill>
                  <a:schemeClr val="dk1"/>
                </a:solidFill>
                <a:latin typeface="Arial"/>
                <a:ea typeface="Arial"/>
                <a:cs typeface="Arial"/>
                <a:sym typeface="Arial"/>
              </a:rPr>
              <a:t>capacity or staffing issues</a:t>
            </a:r>
            <a:r>
              <a:rPr lang="en-US" sz="1700">
                <a:solidFill>
                  <a:schemeClr val="dk1"/>
                </a:solidFill>
                <a:latin typeface="Arial"/>
                <a:ea typeface="Arial"/>
                <a:cs typeface="Arial"/>
                <a:sym typeface="Arial"/>
              </a:rPr>
              <a:t>.</a:t>
            </a:r>
            <a:endParaRPr sz="1700"/>
          </a:p>
          <a:p>
            <a:pPr indent="-336550" lvl="0" marL="457200" marR="0" rtl="0" algn="l">
              <a:lnSpc>
                <a:spcPct val="115000"/>
              </a:lnSpc>
              <a:spcBef>
                <a:spcPts val="0"/>
              </a:spcBef>
              <a:spcAft>
                <a:spcPts val="0"/>
              </a:spcAft>
              <a:buClr>
                <a:schemeClr val="dk1"/>
              </a:buClr>
              <a:buSzPts val="1700"/>
              <a:buFont typeface="Arial"/>
              <a:buChar char="●"/>
            </a:pPr>
            <a:r>
              <a:rPr b="1" lang="en-US" sz="1700">
                <a:solidFill>
                  <a:schemeClr val="dk1"/>
                </a:solidFill>
                <a:latin typeface="Arial"/>
                <a:ea typeface="Arial"/>
                <a:cs typeface="Arial"/>
                <a:sym typeface="Arial"/>
              </a:rPr>
              <a:t>Incomplete – 12%</a:t>
            </a:r>
            <a:r>
              <a:rPr lang="en-US" sz="1700">
                <a:solidFill>
                  <a:schemeClr val="dk1"/>
                </a:solidFill>
                <a:latin typeface="Arial"/>
                <a:ea typeface="Arial"/>
                <a:cs typeface="Arial"/>
                <a:sym typeface="Arial"/>
              </a:rPr>
              <a:t> &amp; </a:t>
            </a:r>
            <a:r>
              <a:rPr b="1" lang="en-US" sz="1700">
                <a:solidFill>
                  <a:schemeClr val="dk1"/>
                </a:solidFill>
                <a:latin typeface="Arial"/>
                <a:ea typeface="Arial"/>
                <a:cs typeface="Arial"/>
                <a:sym typeface="Arial"/>
              </a:rPr>
              <a:t>Failed – 11%</a:t>
            </a:r>
            <a:r>
              <a:rPr lang="en-US" sz="1700">
                <a:solidFill>
                  <a:schemeClr val="dk1"/>
                </a:solidFill>
                <a:latin typeface="Arial"/>
                <a:ea typeface="Arial"/>
                <a:cs typeface="Arial"/>
                <a:sym typeface="Arial"/>
              </a:rPr>
              <a:t>: Together, they make up </a:t>
            </a:r>
            <a:r>
              <a:rPr b="1" lang="en-US" sz="1700">
                <a:solidFill>
                  <a:schemeClr val="dk1"/>
                </a:solidFill>
                <a:latin typeface="Arial"/>
                <a:ea typeface="Arial"/>
                <a:cs typeface="Arial"/>
                <a:sym typeface="Arial"/>
              </a:rPr>
              <a:t>23% of calls</a:t>
            </a:r>
            <a:r>
              <a:rPr lang="en-US" sz="1700">
                <a:solidFill>
                  <a:schemeClr val="dk1"/>
                </a:solidFill>
                <a:latin typeface="Arial"/>
                <a:ea typeface="Arial"/>
                <a:cs typeface="Arial"/>
                <a:sym typeface="Arial"/>
              </a:rPr>
              <a:t>, indicating technical or process gaps.</a:t>
            </a:r>
            <a:endParaRPr sz="1700"/>
          </a:p>
          <a:p>
            <a:pPr indent="0" lvl="0" marL="457200" marR="0" rtl="0" algn="l">
              <a:lnSpc>
                <a:spcPct val="115000"/>
              </a:lnSpc>
              <a:spcBef>
                <a:spcPts val="0"/>
              </a:spcBef>
              <a:spcAft>
                <a:spcPts val="0"/>
              </a:spcAft>
              <a:buNone/>
            </a:pPr>
            <a:r>
              <a:t/>
            </a:r>
            <a:endParaRPr sz="1700">
              <a:solidFill>
                <a:schemeClr val="dk1"/>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60" name="Shape 160"/>
        <p:cNvGrpSpPr/>
        <p:nvPr/>
      </p:nvGrpSpPr>
      <p:grpSpPr>
        <a:xfrm>
          <a:off x="0" y="0"/>
          <a:ext cx="0" cy="0"/>
          <a:chOff x="0" y="0"/>
          <a:chExt cx="0" cy="0"/>
        </a:xfrm>
      </p:grpSpPr>
      <p:pic>
        <p:nvPicPr>
          <p:cNvPr id="161" name="Google Shape;161;p13"/>
          <p:cNvPicPr preferRelativeResize="0"/>
          <p:nvPr/>
        </p:nvPicPr>
        <p:blipFill rotWithShape="1">
          <a:blip r:embed="rId3">
            <a:alphaModFix/>
          </a:blip>
          <a:srcRect b="0" l="0" r="0" t="0"/>
          <a:stretch/>
        </p:blipFill>
        <p:spPr>
          <a:xfrm>
            <a:off x="2258350" y="1499200"/>
            <a:ext cx="8182225" cy="4465675"/>
          </a:xfrm>
          <a:prstGeom prst="rect">
            <a:avLst/>
          </a:prstGeom>
          <a:noFill/>
          <a:ln>
            <a:noFill/>
          </a:ln>
          <a:effectLst>
            <a:outerShdw blurRad="190500" rotWithShape="0" algn="tl">
              <a:srgbClr val="000000">
                <a:alpha val="69803"/>
              </a:srgbClr>
            </a:outerShdw>
          </a:effectLst>
        </p:spPr>
      </p:pic>
      <p:sp>
        <p:nvSpPr>
          <p:cNvPr id="162" name="Google Shape;162;p13"/>
          <p:cNvSpPr txBox="1"/>
          <p:nvPr/>
        </p:nvSpPr>
        <p:spPr>
          <a:xfrm>
            <a:off x="1203767" y="868101"/>
            <a:ext cx="52434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rPr>
              <a:t>AVERAGE RATING OF TOP 10 ASTROLOGERS</a:t>
            </a:r>
            <a:endParaRPr sz="17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66" name="Shape 166"/>
        <p:cNvGrpSpPr/>
        <p:nvPr/>
      </p:nvGrpSpPr>
      <p:grpSpPr>
        <a:xfrm>
          <a:off x="0" y="0"/>
          <a:ext cx="0" cy="0"/>
          <a:chOff x="0" y="0"/>
          <a:chExt cx="0" cy="0"/>
        </a:xfrm>
      </p:grpSpPr>
      <p:sp>
        <p:nvSpPr>
          <p:cNvPr id="167" name="Google Shape;167;g38abc9c51ee_0_41"/>
          <p:cNvSpPr txBox="1"/>
          <p:nvPr/>
        </p:nvSpPr>
        <p:spPr>
          <a:xfrm>
            <a:off x="1203778" y="868100"/>
            <a:ext cx="72375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rPr>
              <a:t>AVERAGE RATING OF TOP 10 ASTROLOGERS</a:t>
            </a:r>
            <a:endParaRPr sz="1700"/>
          </a:p>
        </p:txBody>
      </p:sp>
      <p:sp>
        <p:nvSpPr>
          <p:cNvPr id="168" name="Google Shape;168;g38abc9c51ee_0_41"/>
          <p:cNvSpPr txBox="1"/>
          <p:nvPr/>
        </p:nvSpPr>
        <p:spPr>
          <a:xfrm>
            <a:off x="2612650" y="1609150"/>
            <a:ext cx="7568400" cy="3101400"/>
          </a:xfrm>
          <a:prstGeom prst="rect">
            <a:avLst/>
          </a:prstGeom>
          <a:noFill/>
          <a:ln>
            <a:noFill/>
          </a:ln>
        </p:spPr>
        <p:txBody>
          <a:bodyPr anchorCtr="0" anchor="t" bIns="45700" lIns="91425" spcFirstLastPara="1" rIns="91425" wrap="square" tIns="45700">
            <a:spAutoFit/>
          </a:bodyPr>
          <a:lstStyle/>
          <a:p>
            <a:pPr indent="-336550" lvl="0" marL="457200" rtl="0" algn="l">
              <a:lnSpc>
                <a:spcPct val="150000"/>
              </a:lnSpc>
              <a:spcBef>
                <a:spcPts val="0"/>
              </a:spcBef>
              <a:spcAft>
                <a:spcPts val="0"/>
              </a:spcAft>
              <a:buClr>
                <a:schemeClr val="dk1"/>
              </a:buClr>
              <a:buSzPts val="1700"/>
              <a:buChar char="●"/>
            </a:pPr>
            <a:r>
              <a:rPr b="1" lang="en-US" sz="1700">
                <a:solidFill>
                  <a:schemeClr val="dk1"/>
                </a:solidFill>
              </a:rPr>
              <a:t>Top Performers</a:t>
            </a:r>
            <a:r>
              <a:rPr lang="en-US" sz="1700">
                <a:solidFill>
                  <a:schemeClr val="dk1"/>
                </a:solidFill>
              </a:rPr>
              <a:t>: Tarot Mystical (~7.5) and Astro Pooja Rai (~7.5) have the highest ratings, showing strong client satisfaction and trust. </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b="1" lang="en-US" sz="1700">
                <a:solidFill>
                  <a:schemeClr val="dk1"/>
                </a:solidFill>
              </a:rPr>
              <a:t>Consistently Good Performers</a:t>
            </a:r>
            <a:r>
              <a:rPr lang="en-US" sz="1700">
                <a:solidFill>
                  <a:schemeClr val="dk1"/>
                </a:solidFill>
              </a:rPr>
              <a:t>: Tarot Ankita, Daljit Kaur, Astro Reema, Astro Saraswat, Tarot Diva Poonam, and Astro Trisha all score around 6, showing reliable and positive feedback.</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US" sz="1700">
                <a:solidFill>
                  <a:schemeClr val="dk1"/>
                </a:solidFill>
              </a:rPr>
              <a:t> </a:t>
            </a:r>
            <a:r>
              <a:rPr b="1" lang="en-US" sz="1700">
                <a:solidFill>
                  <a:schemeClr val="dk1"/>
                </a:solidFill>
              </a:rPr>
              <a:t>Lower Ratings</a:t>
            </a:r>
            <a:r>
              <a:rPr lang="en-US" sz="1700">
                <a:solidFill>
                  <a:schemeClr val="dk1"/>
                </a:solidFill>
              </a:rPr>
              <a:t>: Tarot Oormika and Astro Manish S are slightly below average (~5.2–5.5). They may need improvement in client engagement or accuracy.   </a:t>
            </a:r>
            <a:endParaRPr sz="17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72" name="Shape 172"/>
        <p:cNvGrpSpPr/>
        <p:nvPr/>
      </p:nvGrpSpPr>
      <p:grpSpPr>
        <a:xfrm>
          <a:off x="0" y="0"/>
          <a:ext cx="0" cy="0"/>
          <a:chOff x="0" y="0"/>
          <a:chExt cx="0" cy="0"/>
        </a:xfrm>
      </p:grpSpPr>
      <p:pic>
        <p:nvPicPr>
          <p:cNvPr id="173" name="Google Shape;173;g38d3a2249a5_1_19" title="Screenshot 2025-10-15 182723.png"/>
          <p:cNvPicPr preferRelativeResize="0"/>
          <p:nvPr/>
        </p:nvPicPr>
        <p:blipFill rotWithShape="1">
          <a:blip r:embed="rId3">
            <a:alphaModFix/>
          </a:blip>
          <a:srcRect b="2435" l="0" r="0" t="2444"/>
          <a:stretch/>
        </p:blipFill>
        <p:spPr>
          <a:xfrm>
            <a:off x="3481300" y="1621175"/>
            <a:ext cx="4684499" cy="2672375"/>
          </a:xfrm>
          <a:prstGeom prst="rect">
            <a:avLst/>
          </a:prstGeom>
          <a:noFill/>
          <a:ln>
            <a:noFill/>
          </a:ln>
          <a:effectLst>
            <a:outerShdw blurRad="190500" rotWithShape="0" algn="tl">
              <a:srgbClr val="000000">
                <a:alpha val="69800"/>
              </a:srgbClr>
            </a:outerShdw>
          </a:effectLst>
        </p:spPr>
      </p:pic>
      <p:sp>
        <p:nvSpPr>
          <p:cNvPr id="174" name="Google Shape;174;g38d3a2249a5_1_19"/>
          <p:cNvSpPr txBox="1"/>
          <p:nvPr/>
        </p:nvSpPr>
        <p:spPr>
          <a:xfrm>
            <a:off x="1203767" y="868101"/>
            <a:ext cx="52434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rPr>
              <a:t>CHAT STATUS </a:t>
            </a:r>
            <a:r>
              <a:rPr b="1" lang="en-US" sz="1700">
                <a:solidFill>
                  <a:schemeClr val="dk1"/>
                </a:solidFill>
              </a:rPr>
              <a:t> DISTRIBUTION</a:t>
            </a:r>
            <a:endParaRPr sz="1700"/>
          </a:p>
        </p:txBody>
      </p:sp>
      <p:sp>
        <p:nvSpPr>
          <p:cNvPr id="175" name="Google Shape;175;g38d3a2249a5_1_19"/>
          <p:cNvSpPr/>
          <p:nvPr/>
        </p:nvSpPr>
        <p:spPr>
          <a:xfrm>
            <a:off x="2008125" y="4404250"/>
            <a:ext cx="9185700" cy="2553000"/>
          </a:xfrm>
          <a:prstGeom prst="rect">
            <a:avLst/>
          </a:prstGeom>
          <a:noFill/>
          <a:ln>
            <a:noFill/>
          </a:ln>
        </p:spPr>
        <p:txBody>
          <a:bodyPr anchorCtr="0" anchor="ctr" bIns="45700" lIns="91425" spcFirstLastPara="1" rIns="91425" wrap="square" tIns="45700">
            <a:noAutofit/>
          </a:bodyPr>
          <a:lstStyle/>
          <a:p>
            <a:pPr indent="-336550" lvl="0" marL="457200" rtl="0" algn="l">
              <a:lnSpc>
                <a:spcPct val="150000"/>
              </a:lnSpc>
              <a:spcBef>
                <a:spcPts val="0"/>
              </a:spcBef>
              <a:spcAft>
                <a:spcPts val="0"/>
              </a:spcAft>
              <a:buClr>
                <a:schemeClr val="dk1"/>
              </a:buClr>
              <a:buSzPts val="1700"/>
              <a:buChar char="●"/>
            </a:pPr>
            <a:r>
              <a:rPr lang="en-US" sz="1700">
                <a:solidFill>
                  <a:schemeClr val="dk1"/>
                </a:solidFill>
              </a:rPr>
              <a:t>Most chats are </a:t>
            </a:r>
            <a:r>
              <a:rPr b="1" lang="en-US" sz="1700">
                <a:solidFill>
                  <a:schemeClr val="dk1"/>
                </a:solidFill>
              </a:rPr>
              <a:t>pending (37%)</a:t>
            </a:r>
            <a:r>
              <a:rPr lang="en-US" sz="1700">
                <a:solidFill>
                  <a:schemeClr val="dk1"/>
                </a:solidFill>
              </a:rPr>
              <a:t>, meaning many users start but don’t finish the chat.</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b="1" lang="en-US" sz="1700">
                <a:solidFill>
                  <a:schemeClr val="dk1"/>
                </a:solidFill>
              </a:rPr>
              <a:t>Incomplete chats (34%)</a:t>
            </a:r>
            <a:r>
              <a:rPr lang="en-US" sz="1700">
                <a:solidFill>
                  <a:schemeClr val="dk1"/>
                </a:solidFill>
              </a:rPr>
              <a:t> show that many conversations stop before they are done.</a:t>
            </a:r>
            <a:endParaRPr sz="1700">
              <a:solidFill>
                <a:schemeClr val="dk1"/>
              </a:solidFill>
            </a:endParaRPr>
          </a:p>
          <a:p>
            <a:pPr indent="-336550" lvl="0" marL="457200" rtl="0" algn="l">
              <a:lnSpc>
                <a:spcPct val="150000"/>
              </a:lnSpc>
              <a:spcBef>
                <a:spcPts val="0"/>
              </a:spcBef>
              <a:spcAft>
                <a:spcPts val="0"/>
              </a:spcAft>
              <a:buClr>
                <a:schemeClr val="dk1"/>
              </a:buClr>
              <a:buSzPts val="1700"/>
              <a:buChar char="●"/>
            </a:pPr>
            <a:r>
              <a:rPr lang="en-US" sz="1700">
                <a:solidFill>
                  <a:schemeClr val="dk1"/>
                </a:solidFill>
              </a:rPr>
              <a:t>Only </a:t>
            </a:r>
            <a:r>
              <a:rPr b="1" lang="en-US" sz="1700">
                <a:solidFill>
                  <a:schemeClr val="dk1"/>
                </a:solidFill>
              </a:rPr>
              <a:t>29% of chats are completed</a:t>
            </a:r>
            <a:r>
              <a:rPr lang="en-US" sz="1700">
                <a:solidFill>
                  <a:schemeClr val="dk1"/>
                </a:solidFill>
              </a:rPr>
              <a:t>, so the chat process needs improvement to help more users finish their consultations.</a:t>
            </a:r>
            <a:endParaRPr sz="1700">
              <a:solidFill>
                <a:schemeClr val="dk1"/>
              </a:solidFill>
            </a:endParaRPr>
          </a:p>
          <a:p>
            <a:pPr indent="0" lvl="0" marL="0" marR="0" rtl="0" algn="l">
              <a:lnSpc>
                <a:spcPct val="150000"/>
              </a:lnSpc>
              <a:spcBef>
                <a:spcPts val="0"/>
              </a:spcBef>
              <a:spcAft>
                <a:spcPts val="0"/>
              </a:spcAft>
              <a:buNone/>
            </a:pPr>
            <a:r>
              <a:t/>
            </a:r>
            <a:endParaRPr sz="17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79" name="Shape 179"/>
        <p:cNvGrpSpPr/>
        <p:nvPr/>
      </p:nvGrpSpPr>
      <p:grpSpPr>
        <a:xfrm>
          <a:off x="0" y="0"/>
          <a:ext cx="0" cy="0"/>
          <a:chOff x="0" y="0"/>
          <a:chExt cx="0" cy="0"/>
        </a:xfrm>
      </p:grpSpPr>
      <p:pic>
        <p:nvPicPr>
          <p:cNvPr id="180" name="Google Shape;180;g38d3a2249a5_1_31" title="Screenshot 2025-10-15 182740.png"/>
          <p:cNvPicPr preferRelativeResize="0"/>
          <p:nvPr/>
        </p:nvPicPr>
        <p:blipFill rotWithShape="1">
          <a:blip r:embed="rId3">
            <a:alphaModFix/>
          </a:blip>
          <a:srcRect b="4471" l="17273" r="17273" t="7158"/>
          <a:stretch/>
        </p:blipFill>
        <p:spPr>
          <a:xfrm>
            <a:off x="3428375" y="1428750"/>
            <a:ext cx="5477501" cy="2761575"/>
          </a:xfrm>
          <a:prstGeom prst="rect">
            <a:avLst/>
          </a:prstGeom>
          <a:noFill/>
          <a:ln>
            <a:noFill/>
          </a:ln>
          <a:effectLst>
            <a:outerShdw blurRad="190500" rotWithShape="0" algn="tl">
              <a:srgbClr val="000000">
                <a:alpha val="69800"/>
              </a:srgbClr>
            </a:outerShdw>
          </a:effectLst>
        </p:spPr>
      </p:pic>
      <p:sp>
        <p:nvSpPr>
          <p:cNvPr id="181" name="Google Shape;181;g38d3a2249a5_1_31"/>
          <p:cNvSpPr txBox="1"/>
          <p:nvPr/>
        </p:nvSpPr>
        <p:spPr>
          <a:xfrm>
            <a:off x="1203767" y="868101"/>
            <a:ext cx="52434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rPr>
              <a:t>RATING-WISE GURU</a:t>
            </a:r>
            <a:r>
              <a:rPr b="1" lang="en-US" sz="1700">
                <a:solidFill>
                  <a:schemeClr val="dk1"/>
                </a:solidFill>
              </a:rPr>
              <a:t> DISTRIBUTION</a:t>
            </a:r>
            <a:endParaRPr sz="1700"/>
          </a:p>
        </p:txBody>
      </p:sp>
      <p:sp>
        <p:nvSpPr>
          <p:cNvPr id="182" name="Google Shape;182;g38d3a2249a5_1_31"/>
          <p:cNvSpPr/>
          <p:nvPr/>
        </p:nvSpPr>
        <p:spPr>
          <a:xfrm>
            <a:off x="2008125" y="4064900"/>
            <a:ext cx="9185700" cy="2553000"/>
          </a:xfrm>
          <a:prstGeom prst="rect">
            <a:avLst/>
          </a:prstGeom>
          <a:noFill/>
          <a:ln>
            <a:noFill/>
          </a:ln>
        </p:spPr>
        <p:txBody>
          <a:bodyPr anchorCtr="0" anchor="ctr" bIns="45700" lIns="91425" spcFirstLastPara="1" rIns="91425" wrap="square" tIns="45700">
            <a:noAutofit/>
          </a:bodyPr>
          <a:lstStyle/>
          <a:p>
            <a:pPr indent="-336550" lvl="0" marL="457200" rtl="0" algn="l">
              <a:lnSpc>
                <a:spcPct val="115000"/>
              </a:lnSpc>
              <a:spcBef>
                <a:spcPts val="0"/>
              </a:spcBef>
              <a:spcAft>
                <a:spcPts val="0"/>
              </a:spcAft>
              <a:buClr>
                <a:schemeClr val="dk1"/>
              </a:buClr>
              <a:buSzPts val="1700"/>
              <a:buChar char="●"/>
            </a:pPr>
            <a:r>
              <a:rPr lang="en-US" sz="1700">
                <a:solidFill>
                  <a:schemeClr val="dk1"/>
                </a:solidFill>
              </a:rPr>
              <a:t>Most gurus have a </a:t>
            </a:r>
            <a:r>
              <a:rPr b="1" lang="en-US" sz="1700">
                <a:solidFill>
                  <a:schemeClr val="dk1"/>
                </a:solidFill>
              </a:rPr>
              <a:t>rating of 0 (7,256)</a:t>
            </a:r>
            <a:r>
              <a:rPr lang="en-US" sz="1700">
                <a:solidFill>
                  <a:schemeClr val="dk1"/>
                </a:solidFill>
              </a:rPr>
              <a:t>, showing many are </a:t>
            </a:r>
            <a:r>
              <a:rPr b="1" lang="en-US" sz="1700">
                <a:solidFill>
                  <a:schemeClr val="dk1"/>
                </a:solidFill>
              </a:rPr>
              <a:t>new or haven’t received feedback yet</a:t>
            </a:r>
            <a:r>
              <a:rPr lang="en-US" sz="1700">
                <a:solidFill>
                  <a:schemeClr val="dk1"/>
                </a:solidFill>
              </a:rPr>
              <a:t>.</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Average ratings (3–4)</a:t>
            </a:r>
            <a:r>
              <a:rPr lang="en-US" sz="1700">
                <a:solidFill>
                  <a:schemeClr val="dk1"/>
                </a:solidFill>
              </a:rPr>
              <a:t> are common, meaning most gurus give </a:t>
            </a:r>
            <a:r>
              <a:rPr b="1" lang="en-US" sz="1700">
                <a:solidFill>
                  <a:schemeClr val="dk1"/>
                </a:solidFill>
              </a:rPr>
              <a:t>satisfactory but not top-quality service</a:t>
            </a:r>
            <a:r>
              <a:rPr lang="en-US" sz="1700">
                <a:solidFill>
                  <a:schemeClr val="dk1"/>
                </a:solidFill>
              </a:rPr>
              <a:t>.</a:t>
            </a: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High ratings (6–8)</a:t>
            </a:r>
            <a:r>
              <a:rPr lang="en-US" sz="1700">
                <a:solidFill>
                  <a:schemeClr val="dk1"/>
                </a:solidFill>
              </a:rPr>
              <a:t> are fewer, showing only a </a:t>
            </a:r>
            <a:r>
              <a:rPr b="1" lang="en-US" sz="1700">
                <a:solidFill>
                  <a:schemeClr val="dk1"/>
                </a:solidFill>
              </a:rPr>
              <a:t>small group of top performers</a:t>
            </a:r>
            <a:r>
              <a:rPr lang="en-US" sz="1700">
                <a:solidFill>
                  <a:schemeClr val="dk1"/>
                </a:solidFill>
              </a:rPr>
              <a:t>.</a:t>
            </a:r>
            <a:endParaRPr sz="17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86" name="Shape 186"/>
        <p:cNvGrpSpPr/>
        <p:nvPr/>
      </p:nvGrpSpPr>
      <p:grpSpPr>
        <a:xfrm>
          <a:off x="0" y="0"/>
          <a:ext cx="0" cy="0"/>
          <a:chOff x="0" y="0"/>
          <a:chExt cx="0" cy="0"/>
        </a:xfrm>
      </p:grpSpPr>
      <p:pic>
        <p:nvPicPr>
          <p:cNvPr id="187" name="Google Shape;187;g39d7c675f26_0_0" title="Screenshot 2025-10-27 211412.png"/>
          <p:cNvPicPr preferRelativeResize="0"/>
          <p:nvPr/>
        </p:nvPicPr>
        <p:blipFill rotWithShape="1">
          <a:blip r:embed="rId3">
            <a:alphaModFix/>
          </a:blip>
          <a:srcRect b="36962" l="27198" r="28066" t="10940"/>
          <a:stretch/>
        </p:blipFill>
        <p:spPr>
          <a:xfrm>
            <a:off x="3671150" y="1368950"/>
            <a:ext cx="4451151" cy="2695950"/>
          </a:xfrm>
          <a:prstGeom prst="rect">
            <a:avLst/>
          </a:prstGeom>
          <a:noFill/>
          <a:ln>
            <a:noFill/>
          </a:ln>
          <a:effectLst>
            <a:outerShdw blurRad="190500" rotWithShape="0" algn="tl">
              <a:srgbClr val="000000">
                <a:alpha val="69800"/>
              </a:srgbClr>
            </a:outerShdw>
          </a:effectLst>
        </p:spPr>
      </p:pic>
      <p:sp>
        <p:nvSpPr>
          <p:cNvPr id="188" name="Google Shape;188;g39d7c675f26_0_0"/>
          <p:cNvSpPr txBox="1"/>
          <p:nvPr/>
        </p:nvSpPr>
        <p:spPr>
          <a:xfrm>
            <a:off x="1203767" y="868101"/>
            <a:ext cx="5243400" cy="354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700">
                <a:solidFill>
                  <a:schemeClr val="dk1"/>
                </a:solidFill>
              </a:rPr>
              <a:t>CALL DISTRIBUTION OVER HOURS</a:t>
            </a:r>
            <a:endParaRPr sz="1700"/>
          </a:p>
        </p:txBody>
      </p:sp>
      <p:sp>
        <p:nvSpPr>
          <p:cNvPr id="189" name="Google Shape;189;g39d7c675f26_0_0"/>
          <p:cNvSpPr/>
          <p:nvPr/>
        </p:nvSpPr>
        <p:spPr>
          <a:xfrm>
            <a:off x="2008125" y="4064900"/>
            <a:ext cx="9185700" cy="2553000"/>
          </a:xfrm>
          <a:prstGeom prst="rect">
            <a:avLst/>
          </a:prstGeom>
          <a:noFill/>
          <a:ln>
            <a:noFill/>
          </a:ln>
        </p:spPr>
        <p:txBody>
          <a:bodyPr anchorCtr="0" anchor="ctr" bIns="45700" lIns="91425" spcFirstLastPara="1" rIns="91425" wrap="square" tIns="45700">
            <a:noAutofit/>
          </a:bodyPr>
          <a:lstStyle/>
          <a:p>
            <a:pPr indent="-336550" lvl="0" marL="457200" rtl="0" algn="l">
              <a:lnSpc>
                <a:spcPct val="115000"/>
              </a:lnSpc>
              <a:spcBef>
                <a:spcPts val="1200"/>
              </a:spcBef>
              <a:spcAft>
                <a:spcPts val="0"/>
              </a:spcAft>
              <a:buClr>
                <a:schemeClr val="dk1"/>
              </a:buClr>
              <a:buSzPts val="1700"/>
              <a:buChar char="●"/>
            </a:pPr>
            <a:r>
              <a:rPr b="1" lang="en-US" sz="1700">
                <a:solidFill>
                  <a:schemeClr val="dk1"/>
                </a:solidFill>
              </a:rPr>
              <a:t>Peak call activity</a:t>
            </a:r>
            <a:r>
              <a:rPr lang="en-US" sz="1700">
                <a:solidFill>
                  <a:schemeClr val="dk1"/>
                </a:solidFill>
              </a:rPr>
              <a:t> occurs between </a:t>
            </a:r>
            <a:r>
              <a:rPr b="1" lang="en-US" sz="1700">
                <a:solidFill>
                  <a:schemeClr val="dk1"/>
                </a:solidFill>
              </a:rPr>
              <a:t>7 AM – 10 AM</a:t>
            </a:r>
            <a:r>
              <a:rPr lang="en-US" sz="1700">
                <a:solidFill>
                  <a:schemeClr val="dk1"/>
                </a:solidFill>
              </a:rPr>
              <a:t>, showing highest customer engagement in the morning.</a:t>
            </a:r>
            <a:br>
              <a:rPr lang="en-US" sz="1700">
                <a:solidFill>
                  <a:schemeClr val="dk1"/>
                </a:solidFill>
              </a:rPr>
            </a:b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Moderate traffic</a:t>
            </a:r>
            <a:r>
              <a:rPr lang="en-US" sz="1700">
                <a:solidFill>
                  <a:schemeClr val="dk1"/>
                </a:solidFill>
              </a:rPr>
              <a:t> continues until </a:t>
            </a:r>
            <a:r>
              <a:rPr b="1" lang="en-US" sz="1700">
                <a:solidFill>
                  <a:schemeClr val="dk1"/>
                </a:solidFill>
              </a:rPr>
              <a:t>4 PM</a:t>
            </a:r>
            <a:r>
              <a:rPr lang="en-US" sz="1700">
                <a:solidFill>
                  <a:schemeClr val="dk1"/>
                </a:solidFill>
              </a:rPr>
              <a:t>, aligning with working hours.</a:t>
            </a:r>
            <a:br>
              <a:rPr lang="en-US" sz="1700">
                <a:solidFill>
                  <a:schemeClr val="dk1"/>
                </a:solidFill>
              </a:rPr>
            </a:br>
            <a:endParaRPr sz="1700">
              <a:solidFill>
                <a:schemeClr val="dk1"/>
              </a:solidFill>
            </a:endParaRPr>
          </a:p>
          <a:p>
            <a:pPr indent="-336550" lvl="0" marL="457200" rtl="0" algn="l">
              <a:lnSpc>
                <a:spcPct val="115000"/>
              </a:lnSpc>
              <a:spcBef>
                <a:spcPts val="0"/>
              </a:spcBef>
              <a:spcAft>
                <a:spcPts val="0"/>
              </a:spcAft>
              <a:buClr>
                <a:schemeClr val="dk1"/>
              </a:buClr>
              <a:buSzPts val="1700"/>
              <a:buChar char="●"/>
            </a:pPr>
            <a:r>
              <a:rPr b="1" lang="en-US" sz="1700">
                <a:solidFill>
                  <a:schemeClr val="dk1"/>
                </a:solidFill>
              </a:rPr>
              <a:t>Low activity</a:t>
            </a:r>
            <a:r>
              <a:rPr lang="en-US" sz="1700">
                <a:solidFill>
                  <a:schemeClr val="dk1"/>
                </a:solidFill>
              </a:rPr>
              <a:t> is seen during </a:t>
            </a:r>
            <a:r>
              <a:rPr b="1" lang="en-US" sz="1700">
                <a:solidFill>
                  <a:schemeClr val="dk1"/>
                </a:solidFill>
              </a:rPr>
              <a:t>late evening and early morning (8 PM – 3 AM)</a:t>
            </a:r>
            <a:r>
              <a:rPr lang="en-US" sz="1700">
                <a:solidFill>
                  <a:schemeClr val="dk1"/>
                </a:solidFill>
              </a:rPr>
              <a:t>.</a:t>
            </a:r>
            <a:br>
              <a:rPr lang="en-US" sz="1700">
                <a:solidFill>
                  <a:schemeClr val="dk1"/>
                </a:solidFill>
              </a:rPr>
            </a:br>
            <a:endParaRPr sz="17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93" name="Shape 193"/>
        <p:cNvGrpSpPr/>
        <p:nvPr/>
      </p:nvGrpSpPr>
      <p:grpSpPr>
        <a:xfrm>
          <a:off x="0" y="0"/>
          <a:ext cx="0" cy="0"/>
          <a:chOff x="0" y="0"/>
          <a:chExt cx="0" cy="0"/>
        </a:xfrm>
      </p:grpSpPr>
      <p:sp>
        <p:nvSpPr>
          <p:cNvPr id="194" name="Google Shape;194;p15"/>
          <p:cNvSpPr txBox="1"/>
          <p:nvPr>
            <p:ph type="title"/>
          </p:nvPr>
        </p:nvSpPr>
        <p:spPr>
          <a:xfrm>
            <a:off x="4242375" y="685800"/>
            <a:ext cx="9867300" cy="334800"/>
          </a:xfrm>
          <a:prstGeom prst="rect">
            <a:avLst/>
          </a:prstGeom>
          <a:noFill/>
          <a:ln>
            <a:noFill/>
          </a:ln>
        </p:spPr>
        <p:txBody>
          <a:bodyPr anchorCtr="0" anchor="t" bIns="45700" lIns="91425" spcFirstLastPara="1" rIns="91425" wrap="square" tIns="45700">
            <a:noAutofit/>
          </a:bodyPr>
          <a:lstStyle/>
          <a:p>
            <a:pPr indent="0" lvl="0" marL="0" rtl="0" algn="l">
              <a:lnSpc>
                <a:spcPct val="89000"/>
              </a:lnSpc>
              <a:spcBef>
                <a:spcPts val="0"/>
              </a:spcBef>
              <a:spcAft>
                <a:spcPts val="0"/>
              </a:spcAft>
              <a:buClr>
                <a:schemeClr val="dk2"/>
              </a:buClr>
              <a:buSzPts val="3600"/>
              <a:buFont typeface="Libre Franklin"/>
              <a:buNone/>
            </a:pPr>
            <a:r>
              <a:rPr lang="en-US" sz="1700">
                <a:latin typeface="Arial"/>
                <a:ea typeface="Arial"/>
                <a:cs typeface="Arial"/>
                <a:sym typeface="Arial"/>
              </a:rPr>
              <a:t>DASHBOARD - ASTROSAGE</a:t>
            </a:r>
            <a:endParaRPr sz="1700">
              <a:latin typeface="Arial"/>
              <a:ea typeface="Arial"/>
              <a:cs typeface="Arial"/>
              <a:sym typeface="Arial"/>
            </a:endParaRPr>
          </a:p>
        </p:txBody>
      </p:sp>
      <p:pic>
        <p:nvPicPr>
          <p:cNvPr id="195" name="Google Shape;195;p15" title="Screenshot 2025-10-27 211930.png"/>
          <p:cNvPicPr preferRelativeResize="0"/>
          <p:nvPr/>
        </p:nvPicPr>
        <p:blipFill rotWithShape="1">
          <a:blip r:embed="rId3">
            <a:alphaModFix/>
          </a:blip>
          <a:srcRect b="0" l="1152" r="1162" t="0"/>
          <a:stretch/>
        </p:blipFill>
        <p:spPr>
          <a:xfrm>
            <a:off x="1152825" y="1503450"/>
            <a:ext cx="10550725" cy="38511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199" name="Shape 199"/>
        <p:cNvGrpSpPr/>
        <p:nvPr/>
      </p:nvGrpSpPr>
      <p:grpSpPr>
        <a:xfrm>
          <a:off x="0" y="0"/>
          <a:ext cx="0" cy="0"/>
          <a:chOff x="0" y="0"/>
          <a:chExt cx="0" cy="0"/>
        </a:xfrm>
      </p:grpSpPr>
      <p:sp>
        <p:nvSpPr>
          <p:cNvPr id="200" name="Google Shape;200;p16"/>
          <p:cNvSpPr txBox="1"/>
          <p:nvPr>
            <p:ph type="title"/>
          </p:nvPr>
        </p:nvSpPr>
        <p:spPr>
          <a:xfrm>
            <a:off x="1545574" y="885825"/>
            <a:ext cx="8744700" cy="6570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2"/>
              </a:buClr>
              <a:buSzPts val="3600"/>
              <a:buFont typeface="Times New Roman"/>
              <a:buNone/>
            </a:pPr>
            <a:r>
              <a:rPr lang="en-US" sz="1700">
                <a:latin typeface="Arial"/>
                <a:ea typeface="Arial"/>
                <a:cs typeface="Arial"/>
                <a:sym typeface="Arial"/>
              </a:rPr>
              <a:t>STRATEGIC RECOMMENDATIONS</a:t>
            </a:r>
            <a:endParaRPr sz="1700">
              <a:latin typeface="Arial"/>
              <a:ea typeface="Arial"/>
              <a:cs typeface="Arial"/>
              <a:sym typeface="Arial"/>
            </a:endParaRPr>
          </a:p>
        </p:txBody>
      </p:sp>
      <p:sp>
        <p:nvSpPr>
          <p:cNvPr id="201" name="Google Shape;201;p16"/>
          <p:cNvSpPr txBox="1"/>
          <p:nvPr>
            <p:ph idx="2" type="body"/>
          </p:nvPr>
        </p:nvSpPr>
        <p:spPr>
          <a:xfrm>
            <a:off x="1980428" y="1542704"/>
            <a:ext cx="9397486" cy="4487706"/>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2"/>
              </a:buClr>
              <a:buSzPts val="1550"/>
              <a:buNone/>
            </a:pPr>
            <a:r>
              <a:rPr b="1" lang="en-US" sz="1700">
                <a:latin typeface="Arial"/>
                <a:ea typeface="Arial"/>
                <a:cs typeface="Arial"/>
                <a:sym typeface="Arial"/>
              </a:rPr>
              <a:t>1. Revenue Growth</a:t>
            </a:r>
            <a:endParaRPr sz="1700">
              <a:latin typeface="Arial"/>
              <a:ea typeface="Arial"/>
              <a:cs typeface="Arial"/>
              <a:sym typeface="Arial"/>
            </a:endParaRPr>
          </a:p>
          <a:p>
            <a:pPr indent="-342899" lvl="1" marL="1001267" rtl="0" algn="l">
              <a:lnSpc>
                <a:spcPct val="115000"/>
              </a:lnSpc>
              <a:spcBef>
                <a:spcPts val="700"/>
              </a:spcBef>
              <a:spcAft>
                <a:spcPts val="0"/>
              </a:spcAft>
              <a:buClr>
                <a:schemeClr val="dk2"/>
              </a:buClr>
              <a:buSzPts val="1700"/>
              <a:buFont typeface="Arial"/>
              <a:buChar char="•"/>
            </a:pPr>
            <a:r>
              <a:rPr b="1" i="0" lang="en-US" sz="1700">
                <a:latin typeface="Arial"/>
                <a:ea typeface="Arial"/>
                <a:cs typeface="Arial"/>
                <a:sym typeface="Arial"/>
              </a:rPr>
              <a:t> Focus on Calls</a:t>
            </a:r>
            <a:r>
              <a:rPr i="0" lang="en-US" sz="1700">
                <a:latin typeface="Arial"/>
                <a:ea typeface="Arial"/>
                <a:cs typeface="Arial"/>
                <a:sym typeface="Arial"/>
              </a:rPr>
              <a:t> since they bring ~75% of revenue.</a:t>
            </a:r>
            <a:endParaRPr i="0" sz="1700">
              <a:latin typeface="Arial"/>
              <a:ea typeface="Arial"/>
              <a:cs typeface="Arial"/>
              <a:sym typeface="Arial"/>
            </a:endParaRPr>
          </a:p>
          <a:p>
            <a:pPr indent="-342899" lvl="1" marL="1001267" rtl="0" algn="l">
              <a:lnSpc>
                <a:spcPct val="115000"/>
              </a:lnSpc>
              <a:spcBef>
                <a:spcPts val="700"/>
              </a:spcBef>
              <a:spcAft>
                <a:spcPts val="0"/>
              </a:spcAft>
              <a:buClr>
                <a:schemeClr val="dk2"/>
              </a:buClr>
              <a:buSzPts val="1700"/>
              <a:buFont typeface="Arial"/>
              <a:buChar char="•"/>
            </a:pPr>
            <a:r>
              <a:rPr i="0" lang="en-US" sz="1700">
                <a:latin typeface="Arial"/>
                <a:ea typeface="Arial"/>
                <a:cs typeface="Arial"/>
                <a:sym typeface="Arial"/>
              </a:rPr>
              <a:t> Promote </a:t>
            </a:r>
            <a:r>
              <a:rPr b="1" i="0" lang="en-US" sz="1700">
                <a:latin typeface="Arial"/>
                <a:ea typeface="Arial"/>
                <a:cs typeface="Arial"/>
                <a:sym typeface="Arial"/>
              </a:rPr>
              <a:t>chat consultations</a:t>
            </a:r>
            <a:r>
              <a:rPr i="0" lang="en-US" sz="1700">
                <a:latin typeface="Arial"/>
                <a:ea typeface="Arial"/>
                <a:cs typeface="Arial"/>
                <a:sym typeface="Arial"/>
              </a:rPr>
              <a:t> with discounts &amp; bundles to diversify income streams.</a:t>
            </a:r>
            <a:endParaRPr i="0" sz="1700">
              <a:latin typeface="Arial"/>
              <a:ea typeface="Arial"/>
              <a:cs typeface="Arial"/>
              <a:sym typeface="Arial"/>
            </a:endParaRPr>
          </a:p>
          <a:p>
            <a:pPr indent="-342899" lvl="1" marL="1001267" rtl="0" algn="l">
              <a:lnSpc>
                <a:spcPct val="115000"/>
              </a:lnSpc>
              <a:spcBef>
                <a:spcPts val="700"/>
              </a:spcBef>
              <a:spcAft>
                <a:spcPts val="0"/>
              </a:spcAft>
              <a:buClr>
                <a:schemeClr val="dk2"/>
              </a:buClr>
              <a:buSzPts val="1700"/>
              <a:buFont typeface="Arial"/>
              <a:buChar char="•"/>
            </a:pPr>
            <a:r>
              <a:rPr i="0" lang="en-US" sz="1700">
                <a:latin typeface="Arial"/>
                <a:ea typeface="Arial"/>
                <a:cs typeface="Arial"/>
                <a:sym typeface="Arial"/>
              </a:rPr>
              <a:t> Reduce free/complimentary sessions → optimize for revenue.</a:t>
            </a:r>
            <a:endParaRPr i="0" sz="1700">
              <a:latin typeface="Arial"/>
              <a:ea typeface="Arial"/>
              <a:cs typeface="Arial"/>
              <a:sym typeface="Arial"/>
            </a:endParaRPr>
          </a:p>
          <a:p>
            <a:pPr indent="0" lvl="0" marL="0" rtl="0" algn="l">
              <a:lnSpc>
                <a:spcPct val="115000"/>
              </a:lnSpc>
              <a:spcBef>
                <a:spcPts val="1200"/>
              </a:spcBef>
              <a:spcAft>
                <a:spcPts val="0"/>
              </a:spcAft>
              <a:buClr>
                <a:schemeClr val="dk2"/>
              </a:buClr>
              <a:buSzPts val="1550"/>
              <a:buNone/>
            </a:pPr>
            <a:r>
              <a:rPr b="1" lang="en-US" sz="1700">
                <a:latin typeface="Arial"/>
                <a:ea typeface="Arial"/>
                <a:cs typeface="Arial"/>
                <a:sym typeface="Arial"/>
              </a:rPr>
              <a:t>2. Improve Call Completion</a:t>
            </a:r>
            <a:endParaRPr sz="1700">
              <a:latin typeface="Arial"/>
              <a:ea typeface="Arial"/>
              <a:cs typeface="Arial"/>
              <a:sym typeface="Arial"/>
            </a:endParaRPr>
          </a:p>
          <a:p>
            <a:pPr indent="0" lvl="0" marL="0" rtl="0" algn="l">
              <a:lnSpc>
                <a:spcPct val="115000"/>
              </a:lnSpc>
              <a:spcBef>
                <a:spcPts val="1200"/>
              </a:spcBef>
              <a:spcAft>
                <a:spcPts val="0"/>
              </a:spcAft>
              <a:buClr>
                <a:schemeClr val="dk2"/>
              </a:buClr>
              <a:buSzPts val="1550"/>
              <a:buNone/>
            </a:pPr>
            <a:r>
              <a:rPr lang="en-US" sz="1700">
                <a:latin typeface="Arial"/>
                <a:ea typeface="Arial"/>
                <a:cs typeface="Arial"/>
                <a:sym typeface="Arial"/>
              </a:rPr>
              <a:t>            Address </a:t>
            </a:r>
            <a:r>
              <a:rPr b="1" lang="en-US" sz="1700">
                <a:latin typeface="Arial"/>
                <a:ea typeface="Arial"/>
                <a:cs typeface="Arial"/>
                <a:sym typeface="Arial"/>
              </a:rPr>
              <a:t>21% no-answer &amp; 12% failed calls</a:t>
            </a:r>
            <a:r>
              <a:rPr lang="en-US" sz="1700">
                <a:latin typeface="Arial"/>
                <a:ea typeface="Arial"/>
                <a:cs typeface="Arial"/>
                <a:sym typeface="Arial"/>
              </a:rPr>
              <a:t> by:</a:t>
            </a:r>
            <a:endParaRPr sz="1700">
              <a:latin typeface="Arial"/>
              <a:ea typeface="Arial"/>
              <a:cs typeface="Arial"/>
              <a:sym typeface="Arial"/>
            </a:endParaRPr>
          </a:p>
          <a:p>
            <a:pPr indent="-457200" lvl="1" marL="1170432" rtl="0" algn="l">
              <a:lnSpc>
                <a:spcPct val="115000"/>
              </a:lnSpc>
              <a:spcBef>
                <a:spcPts val="700"/>
              </a:spcBef>
              <a:spcAft>
                <a:spcPts val="0"/>
              </a:spcAft>
              <a:buClr>
                <a:schemeClr val="dk2"/>
              </a:buClr>
              <a:buSzPts val="1700"/>
              <a:buAutoNum type="alphaLcPeriod"/>
            </a:pPr>
            <a:r>
              <a:rPr i="0" lang="en-US" sz="1700">
                <a:latin typeface="Arial"/>
                <a:ea typeface="Arial"/>
                <a:cs typeface="Arial"/>
                <a:sym typeface="Arial"/>
              </a:rPr>
              <a:t>Automated </a:t>
            </a:r>
            <a:r>
              <a:rPr b="1" i="0" lang="en-US" sz="1700">
                <a:latin typeface="Arial"/>
                <a:ea typeface="Arial"/>
                <a:cs typeface="Arial"/>
                <a:sym typeface="Arial"/>
              </a:rPr>
              <a:t>reminder notifications</a:t>
            </a:r>
            <a:r>
              <a:rPr i="0" lang="en-US" sz="1700">
                <a:latin typeface="Arial"/>
                <a:ea typeface="Arial"/>
                <a:cs typeface="Arial"/>
                <a:sym typeface="Arial"/>
              </a:rPr>
              <a:t> before scheduled calls.</a:t>
            </a:r>
            <a:endParaRPr i="0" sz="1700">
              <a:latin typeface="Arial"/>
              <a:ea typeface="Arial"/>
              <a:cs typeface="Arial"/>
              <a:sym typeface="Arial"/>
            </a:endParaRPr>
          </a:p>
          <a:p>
            <a:pPr indent="-457200" lvl="1" marL="1170432" rtl="0" algn="l">
              <a:lnSpc>
                <a:spcPct val="115000"/>
              </a:lnSpc>
              <a:spcBef>
                <a:spcPts val="700"/>
              </a:spcBef>
              <a:spcAft>
                <a:spcPts val="0"/>
              </a:spcAft>
              <a:buClr>
                <a:schemeClr val="dk2"/>
              </a:buClr>
              <a:buSzPts val="1700"/>
              <a:buAutoNum type="alphaLcPeriod"/>
            </a:pPr>
            <a:r>
              <a:rPr i="0" lang="en-US" sz="1700">
                <a:latin typeface="Arial"/>
                <a:ea typeface="Arial"/>
                <a:cs typeface="Arial"/>
                <a:sym typeface="Arial"/>
              </a:rPr>
              <a:t>Better </a:t>
            </a:r>
            <a:r>
              <a:rPr b="1" i="0" lang="en-US" sz="1700">
                <a:latin typeface="Arial"/>
                <a:ea typeface="Arial"/>
                <a:cs typeface="Arial"/>
                <a:sym typeface="Arial"/>
              </a:rPr>
              <a:t>queue management system</a:t>
            </a:r>
            <a:r>
              <a:rPr i="0" lang="en-US" sz="1700">
                <a:latin typeface="Arial"/>
                <a:ea typeface="Arial"/>
                <a:cs typeface="Arial"/>
                <a:sym typeface="Arial"/>
              </a:rPr>
              <a:t>.</a:t>
            </a:r>
            <a:endParaRPr i="0" sz="1700">
              <a:latin typeface="Arial"/>
              <a:ea typeface="Arial"/>
              <a:cs typeface="Arial"/>
              <a:sym typeface="Arial"/>
            </a:endParaRPr>
          </a:p>
          <a:p>
            <a:pPr indent="-457200" lvl="1" marL="1170432" rtl="0" algn="l">
              <a:lnSpc>
                <a:spcPct val="115000"/>
              </a:lnSpc>
              <a:spcBef>
                <a:spcPts val="700"/>
              </a:spcBef>
              <a:spcAft>
                <a:spcPts val="0"/>
              </a:spcAft>
              <a:buClr>
                <a:schemeClr val="dk2"/>
              </a:buClr>
              <a:buSzPts val="1700"/>
              <a:buAutoNum type="alphaLcPeriod"/>
            </a:pPr>
            <a:r>
              <a:rPr i="0" lang="en-US" sz="1700">
                <a:latin typeface="Arial"/>
                <a:ea typeface="Arial"/>
                <a:cs typeface="Arial"/>
                <a:sym typeface="Arial"/>
              </a:rPr>
              <a:t>Hiring </a:t>
            </a:r>
            <a:r>
              <a:rPr b="1" i="0" lang="en-US" sz="1700">
                <a:latin typeface="Arial"/>
                <a:ea typeface="Arial"/>
                <a:cs typeface="Arial"/>
                <a:sym typeface="Arial"/>
              </a:rPr>
              <a:t>support staff</a:t>
            </a:r>
            <a:r>
              <a:rPr i="0" lang="en-US" sz="1700">
                <a:latin typeface="Arial"/>
                <a:ea typeface="Arial"/>
                <a:cs typeface="Arial"/>
                <a:sym typeface="Arial"/>
              </a:rPr>
              <a:t> to reduce busy/incomplete rates.</a:t>
            </a:r>
            <a:endParaRPr i="0" sz="1700">
              <a:latin typeface="Arial"/>
              <a:ea typeface="Arial"/>
              <a:cs typeface="Arial"/>
              <a:sym typeface="Arial"/>
            </a:endParaRPr>
          </a:p>
          <a:p>
            <a:pPr indent="0" lvl="0" marL="0" rtl="0" algn="l">
              <a:lnSpc>
                <a:spcPct val="115000"/>
              </a:lnSpc>
              <a:spcBef>
                <a:spcPts val="1200"/>
              </a:spcBef>
              <a:spcAft>
                <a:spcPts val="0"/>
              </a:spcAft>
              <a:buClr>
                <a:schemeClr val="dk2"/>
              </a:buClr>
              <a:buSzPts val="1550"/>
              <a:buNone/>
            </a:pPr>
            <a:r>
              <a:t/>
            </a:r>
            <a:endParaRPr sz="1700">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205" name="Shape 205"/>
        <p:cNvGrpSpPr/>
        <p:nvPr/>
      </p:nvGrpSpPr>
      <p:grpSpPr>
        <a:xfrm>
          <a:off x="0" y="0"/>
          <a:ext cx="0" cy="0"/>
          <a:chOff x="0" y="0"/>
          <a:chExt cx="0" cy="0"/>
        </a:xfrm>
      </p:grpSpPr>
      <p:sp>
        <p:nvSpPr>
          <p:cNvPr id="206" name="Google Shape;206;p17"/>
          <p:cNvSpPr txBox="1"/>
          <p:nvPr>
            <p:ph idx="2" type="body"/>
          </p:nvPr>
        </p:nvSpPr>
        <p:spPr>
          <a:xfrm>
            <a:off x="1653640" y="1123596"/>
            <a:ext cx="9432300" cy="512430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0"/>
              </a:spcBef>
              <a:spcAft>
                <a:spcPts val="0"/>
              </a:spcAft>
              <a:buClr>
                <a:schemeClr val="dk2"/>
              </a:buClr>
              <a:buSzPts val="1700"/>
              <a:buNone/>
            </a:pPr>
            <a:r>
              <a:rPr b="1" lang="en-US" sz="1700">
                <a:latin typeface="Arial"/>
                <a:ea typeface="Arial"/>
                <a:cs typeface="Arial"/>
                <a:sym typeface="Arial"/>
              </a:rPr>
              <a:t>3. Astrologer Performance Management</a:t>
            </a:r>
            <a:endParaRPr sz="1700">
              <a:latin typeface="Arial"/>
              <a:ea typeface="Arial"/>
              <a:cs typeface="Arial"/>
              <a:sym typeface="Arial"/>
            </a:endParaRPr>
          </a:p>
          <a:p>
            <a:pPr indent="-323849" lvl="1" marL="1001267" rtl="0" algn="l">
              <a:lnSpc>
                <a:spcPct val="115000"/>
              </a:lnSpc>
              <a:spcBef>
                <a:spcPts val="700"/>
              </a:spcBef>
              <a:spcAft>
                <a:spcPts val="0"/>
              </a:spcAft>
              <a:buClr>
                <a:schemeClr val="dk2"/>
              </a:buClr>
              <a:buSzPts val="1700"/>
              <a:buFont typeface="Arial"/>
              <a:buChar char="•"/>
            </a:pPr>
            <a:r>
              <a:rPr i="0" lang="en-US" sz="1700">
                <a:latin typeface="Arial"/>
                <a:ea typeface="Arial"/>
                <a:cs typeface="Arial"/>
                <a:sym typeface="Arial"/>
              </a:rPr>
              <a:t>Create </a:t>
            </a:r>
            <a:r>
              <a:rPr b="1" i="0" lang="en-US" sz="1700">
                <a:latin typeface="Arial"/>
                <a:ea typeface="Arial"/>
                <a:cs typeface="Arial"/>
                <a:sym typeface="Arial"/>
              </a:rPr>
              <a:t>Top Performer Rewards Program</a:t>
            </a:r>
            <a:r>
              <a:rPr i="0" lang="en-US" sz="1700">
                <a:latin typeface="Arial"/>
                <a:ea typeface="Arial"/>
                <a:cs typeface="Arial"/>
                <a:sym typeface="Arial"/>
              </a:rPr>
              <a:t> (bonus for &gt;7 rating).</a:t>
            </a:r>
            <a:endParaRPr i="0" sz="1700">
              <a:latin typeface="Arial"/>
              <a:ea typeface="Arial"/>
              <a:cs typeface="Arial"/>
              <a:sym typeface="Arial"/>
            </a:endParaRPr>
          </a:p>
          <a:p>
            <a:pPr indent="-323849" lvl="1" marL="1001267" rtl="0" algn="l">
              <a:lnSpc>
                <a:spcPct val="115000"/>
              </a:lnSpc>
              <a:spcBef>
                <a:spcPts val="700"/>
              </a:spcBef>
              <a:spcAft>
                <a:spcPts val="0"/>
              </a:spcAft>
              <a:buClr>
                <a:schemeClr val="dk2"/>
              </a:buClr>
              <a:buSzPts val="1700"/>
              <a:buFont typeface="Arial"/>
              <a:buChar char="•"/>
            </a:pPr>
            <a:r>
              <a:rPr i="0" lang="en-US" sz="1700">
                <a:latin typeface="Arial"/>
                <a:ea typeface="Arial"/>
                <a:cs typeface="Arial"/>
                <a:sym typeface="Arial"/>
              </a:rPr>
              <a:t>Offer </a:t>
            </a:r>
            <a:r>
              <a:rPr b="1" i="0" lang="en-US" sz="1700">
                <a:latin typeface="Arial"/>
                <a:ea typeface="Arial"/>
                <a:cs typeface="Arial"/>
                <a:sym typeface="Arial"/>
              </a:rPr>
              <a:t>training &amp; mentoring</a:t>
            </a:r>
            <a:r>
              <a:rPr i="0" lang="en-US" sz="1700">
                <a:latin typeface="Arial"/>
                <a:ea typeface="Arial"/>
                <a:cs typeface="Arial"/>
                <a:sym typeface="Arial"/>
              </a:rPr>
              <a:t> to astrologers with &lt;6 rating.</a:t>
            </a:r>
            <a:endParaRPr i="0" sz="1700">
              <a:latin typeface="Arial"/>
              <a:ea typeface="Arial"/>
              <a:cs typeface="Arial"/>
              <a:sym typeface="Arial"/>
            </a:endParaRPr>
          </a:p>
          <a:p>
            <a:pPr indent="-323849" lvl="1" marL="1001267" rtl="0" algn="l">
              <a:lnSpc>
                <a:spcPct val="115000"/>
              </a:lnSpc>
              <a:spcBef>
                <a:spcPts val="700"/>
              </a:spcBef>
              <a:spcAft>
                <a:spcPts val="0"/>
              </a:spcAft>
              <a:buClr>
                <a:schemeClr val="dk2"/>
              </a:buClr>
              <a:buSzPts val="1700"/>
              <a:buFont typeface="Arial"/>
              <a:buChar char="•"/>
            </a:pPr>
            <a:r>
              <a:rPr i="0" lang="en-US" sz="1700">
                <a:latin typeface="Arial"/>
                <a:ea typeface="Arial"/>
                <a:cs typeface="Arial"/>
                <a:sym typeface="Arial"/>
              </a:rPr>
              <a:t>Rotate high-demand astrologers to balance workload.</a:t>
            </a:r>
            <a:endParaRPr i="0" sz="1700">
              <a:latin typeface="Arial"/>
              <a:ea typeface="Arial"/>
              <a:cs typeface="Arial"/>
              <a:sym typeface="Arial"/>
            </a:endParaRPr>
          </a:p>
          <a:p>
            <a:pPr indent="0" lvl="0" marL="0" rtl="0" algn="l">
              <a:lnSpc>
                <a:spcPct val="115000"/>
              </a:lnSpc>
              <a:spcBef>
                <a:spcPts val="1200"/>
              </a:spcBef>
              <a:spcAft>
                <a:spcPts val="0"/>
              </a:spcAft>
              <a:buClr>
                <a:schemeClr val="dk2"/>
              </a:buClr>
              <a:buSzPts val="1700"/>
              <a:buNone/>
            </a:pPr>
            <a:r>
              <a:rPr b="1" lang="en-US" sz="1700">
                <a:latin typeface="Arial"/>
                <a:ea typeface="Arial"/>
                <a:cs typeface="Arial"/>
                <a:sym typeface="Arial"/>
              </a:rPr>
              <a:t>4.  Customer Engagement</a:t>
            </a:r>
            <a:endParaRPr sz="1700">
              <a:latin typeface="Arial"/>
              <a:ea typeface="Arial"/>
              <a:cs typeface="Arial"/>
              <a:sym typeface="Arial"/>
            </a:endParaRPr>
          </a:p>
          <a:p>
            <a:pPr indent="-323849" lvl="1" marL="1001267" rtl="0" algn="l">
              <a:lnSpc>
                <a:spcPct val="115000"/>
              </a:lnSpc>
              <a:spcBef>
                <a:spcPts val="700"/>
              </a:spcBef>
              <a:spcAft>
                <a:spcPts val="0"/>
              </a:spcAft>
              <a:buClr>
                <a:schemeClr val="dk2"/>
              </a:buClr>
              <a:buSzPts val="1700"/>
              <a:buFont typeface="Arial"/>
              <a:buChar char="•"/>
            </a:pPr>
            <a:r>
              <a:rPr i="0" lang="en-US" sz="1700">
                <a:latin typeface="Arial"/>
                <a:ea typeface="Arial"/>
                <a:cs typeface="Arial"/>
                <a:sym typeface="Arial"/>
              </a:rPr>
              <a:t>Boost activity on </a:t>
            </a:r>
            <a:r>
              <a:rPr b="1" i="0" lang="en-US" sz="1700">
                <a:latin typeface="Arial"/>
                <a:ea typeface="Arial"/>
                <a:cs typeface="Arial"/>
                <a:sym typeface="Arial"/>
              </a:rPr>
              <a:t>low-performing days (Thursday)</a:t>
            </a:r>
            <a:r>
              <a:rPr i="0" lang="en-US" sz="1700">
                <a:latin typeface="Arial"/>
                <a:ea typeface="Arial"/>
                <a:cs typeface="Arial"/>
                <a:sym typeface="Arial"/>
              </a:rPr>
              <a:t> with campaigns &amp; promotions.</a:t>
            </a:r>
            <a:endParaRPr i="0" sz="1700">
              <a:latin typeface="Arial"/>
              <a:ea typeface="Arial"/>
              <a:cs typeface="Arial"/>
              <a:sym typeface="Arial"/>
            </a:endParaRPr>
          </a:p>
          <a:p>
            <a:pPr indent="-323849" lvl="1" marL="1001267" rtl="0" algn="l">
              <a:lnSpc>
                <a:spcPct val="115000"/>
              </a:lnSpc>
              <a:spcBef>
                <a:spcPts val="700"/>
              </a:spcBef>
              <a:spcAft>
                <a:spcPts val="0"/>
              </a:spcAft>
              <a:buClr>
                <a:schemeClr val="dk2"/>
              </a:buClr>
              <a:buSzPts val="1700"/>
              <a:buFont typeface="Arial"/>
              <a:buChar char="•"/>
            </a:pPr>
            <a:r>
              <a:rPr i="0" lang="en-US" sz="1700">
                <a:latin typeface="Arial"/>
                <a:ea typeface="Arial"/>
                <a:cs typeface="Arial"/>
                <a:sym typeface="Arial"/>
              </a:rPr>
              <a:t>Increase </a:t>
            </a:r>
            <a:r>
              <a:rPr b="1" i="0" lang="en-US" sz="1700">
                <a:latin typeface="Arial"/>
                <a:ea typeface="Arial"/>
                <a:cs typeface="Arial"/>
                <a:sym typeface="Arial"/>
              </a:rPr>
              <a:t>customer retention programs</a:t>
            </a:r>
            <a:r>
              <a:rPr i="0" lang="en-US" sz="1700">
                <a:latin typeface="Arial"/>
                <a:ea typeface="Arial"/>
                <a:cs typeface="Arial"/>
                <a:sym typeface="Arial"/>
              </a:rPr>
              <a:t> (loyalty rewards, personalized follow-ups).</a:t>
            </a:r>
            <a:endParaRPr i="0" sz="1700">
              <a:latin typeface="Arial"/>
              <a:ea typeface="Arial"/>
              <a:cs typeface="Arial"/>
              <a:sym typeface="Arial"/>
            </a:endParaRPr>
          </a:p>
          <a:p>
            <a:pPr indent="0" lvl="0" marL="0" rtl="0" algn="l">
              <a:lnSpc>
                <a:spcPct val="115000"/>
              </a:lnSpc>
              <a:spcBef>
                <a:spcPts val="0"/>
              </a:spcBef>
              <a:spcAft>
                <a:spcPts val="0"/>
              </a:spcAft>
              <a:buNone/>
            </a:pPr>
            <a:r>
              <a:rPr b="1" lang="en-US" sz="1700">
                <a:latin typeface="Arial"/>
                <a:ea typeface="Arial"/>
                <a:cs typeface="Arial"/>
                <a:sym typeface="Arial"/>
              </a:rPr>
              <a:t>5. Channel Optimization</a:t>
            </a:r>
            <a:endParaRPr sz="1700">
              <a:latin typeface="Arial"/>
              <a:ea typeface="Arial"/>
              <a:cs typeface="Arial"/>
              <a:sym typeface="Arial"/>
            </a:endParaRPr>
          </a:p>
          <a:p>
            <a:pPr indent="-323850" lvl="0" marL="342900" rtl="0" algn="l">
              <a:lnSpc>
                <a:spcPct val="115000"/>
              </a:lnSpc>
              <a:spcBef>
                <a:spcPts val="1200"/>
              </a:spcBef>
              <a:spcAft>
                <a:spcPts val="0"/>
              </a:spcAft>
              <a:buSzPts val="1700"/>
              <a:buFont typeface="Arial"/>
              <a:buChar char="•"/>
            </a:pPr>
            <a:r>
              <a:rPr lang="en-US" sz="1700">
                <a:latin typeface="Arial"/>
                <a:ea typeface="Arial"/>
                <a:cs typeface="Arial"/>
                <a:sym typeface="Arial"/>
              </a:rPr>
              <a:t>Double down on </a:t>
            </a:r>
            <a:r>
              <a:rPr b="1" lang="en-US" sz="1700">
                <a:latin typeface="Arial"/>
                <a:ea typeface="Arial"/>
                <a:cs typeface="Arial"/>
                <a:sym typeface="Arial"/>
              </a:rPr>
              <a:t>App channel</a:t>
            </a:r>
            <a:r>
              <a:rPr lang="en-US" sz="1700">
                <a:latin typeface="Arial"/>
                <a:ea typeface="Arial"/>
                <a:cs typeface="Arial"/>
                <a:sym typeface="Arial"/>
              </a:rPr>
              <a:t>, as it contributes the most.</a:t>
            </a:r>
            <a:endParaRPr sz="1700">
              <a:latin typeface="Arial"/>
              <a:ea typeface="Arial"/>
              <a:cs typeface="Arial"/>
              <a:sym typeface="Arial"/>
            </a:endParaRPr>
          </a:p>
          <a:p>
            <a:pPr indent="-323850" lvl="0" marL="342900" rtl="0" algn="l">
              <a:lnSpc>
                <a:spcPct val="115000"/>
              </a:lnSpc>
              <a:spcBef>
                <a:spcPts val="1200"/>
              </a:spcBef>
              <a:spcAft>
                <a:spcPts val="0"/>
              </a:spcAft>
              <a:buSzPts val="1700"/>
              <a:buFont typeface="Arial"/>
              <a:buChar char="•"/>
            </a:pPr>
            <a:r>
              <a:rPr lang="en-US" sz="1700">
                <a:latin typeface="Arial"/>
                <a:ea typeface="Arial"/>
                <a:cs typeface="Arial"/>
                <a:sym typeface="Arial"/>
              </a:rPr>
              <a:t>Review ROI of </a:t>
            </a:r>
            <a:r>
              <a:rPr b="1" lang="en-US" sz="1700">
                <a:latin typeface="Arial"/>
                <a:ea typeface="Arial"/>
                <a:cs typeface="Arial"/>
                <a:sym typeface="Arial"/>
              </a:rPr>
              <a:t>Gunucool</a:t>
            </a:r>
            <a:r>
              <a:rPr lang="en-US" sz="1700">
                <a:latin typeface="Arial"/>
                <a:ea typeface="Arial"/>
                <a:cs typeface="Arial"/>
                <a:sym typeface="Arial"/>
              </a:rPr>
              <a:t> (low calls) – either scale marketing or phase it out.</a:t>
            </a:r>
            <a:endParaRPr sz="1700">
              <a:latin typeface="Arial"/>
              <a:ea typeface="Arial"/>
              <a:cs typeface="Arial"/>
              <a:sym typeface="Arial"/>
            </a:endParaRPr>
          </a:p>
          <a:p>
            <a:pPr indent="0" lvl="0" marL="1170432" rtl="0" algn="l">
              <a:lnSpc>
                <a:spcPct val="115000"/>
              </a:lnSpc>
              <a:spcBef>
                <a:spcPts val="700"/>
              </a:spcBef>
              <a:spcAft>
                <a:spcPts val="0"/>
              </a:spcAft>
              <a:buNone/>
            </a:pPr>
            <a:r>
              <a:t/>
            </a:r>
            <a:endParaRPr sz="1700">
              <a:latin typeface="Arial"/>
              <a:ea typeface="Arial"/>
              <a:cs typeface="Arial"/>
              <a:sym typeface="Arial"/>
            </a:endParaRPr>
          </a:p>
          <a:p>
            <a:pPr indent="0" lvl="1" marL="658368" rtl="0" algn="l">
              <a:lnSpc>
                <a:spcPct val="115000"/>
              </a:lnSpc>
              <a:spcBef>
                <a:spcPts val="700"/>
              </a:spcBef>
              <a:spcAft>
                <a:spcPts val="0"/>
              </a:spcAft>
              <a:buClr>
                <a:schemeClr val="dk2"/>
              </a:buClr>
              <a:buSzPts val="1700"/>
              <a:buNone/>
            </a:pPr>
            <a:r>
              <a:t/>
            </a:r>
            <a:endParaRPr i="0" sz="1700">
              <a:latin typeface="Arial"/>
              <a:ea typeface="Arial"/>
              <a:cs typeface="Arial"/>
              <a:sym typeface="Arial"/>
            </a:endParaRPr>
          </a:p>
          <a:p>
            <a:pPr indent="0" lvl="1" marL="658368" rtl="0" algn="l">
              <a:lnSpc>
                <a:spcPct val="115000"/>
              </a:lnSpc>
              <a:spcBef>
                <a:spcPts val="700"/>
              </a:spcBef>
              <a:spcAft>
                <a:spcPts val="0"/>
              </a:spcAft>
              <a:buClr>
                <a:schemeClr val="dk2"/>
              </a:buClr>
              <a:buSzPts val="1700"/>
              <a:buNone/>
            </a:pPr>
            <a:r>
              <a:t/>
            </a:r>
            <a:endParaRPr i="0" sz="1700">
              <a:latin typeface="Arial"/>
              <a:ea typeface="Arial"/>
              <a:cs typeface="Arial"/>
              <a:sym typeface="Arial"/>
            </a:endParaRPr>
          </a:p>
          <a:p>
            <a:pPr indent="0" lvl="0" marL="0" rtl="0" algn="l">
              <a:lnSpc>
                <a:spcPct val="115000"/>
              </a:lnSpc>
              <a:spcBef>
                <a:spcPts val="1200"/>
              </a:spcBef>
              <a:spcAft>
                <a:spcPts val="0"/>
              </a:spcAft>
              <a:buClr>
                <a:schemeClr val="dk2"/>
              </a:buClr>
              <a:buSzPts val="1700"/>
              <a:buNone/>
            </a:pPr>
            <a:r>
              <a:t/>
            </a:r>
            <a:endParaRPr sz="1700">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7E7E6"/>
        </a:solidFill>
      </p:bgPr>
    </p:bg>
    <p:spTree>
      <p:nvGrpSpPr>
        <p:cNvPr id="210" name="Shape 210"/>
        <p:cNvGrpSpPr/>
        <p:nvPr/>
      </p:nvGrpSpPr>
      <p:grpSpPr>
        <a:xfrm>
          <a:off x="0" y="0"/>
          <a:ext cx="0" cy="0"/>
          <a:chOff x="0" y="0"/>
          <a:chExt cx="0" cy="0"/>
        </a:xfrm>
      </p:grpSpPr>
      <p:sp>
        <p:nvSpPr>
          <p:cNvPr id="211" name="Google Shape;211;p18"/>
          <p:cNvSpPr txBox="1"/>
          <p:nvPr>
            <p:ph idx="2" type="body"/>
          </p:nvPr>
        </p:nvSpPr>
        <p:spPr>
          <a:xfrm>
            <a:off x="1621613" y="813499"/>
            <a:ext cx="9571106" cy="4892820"/>
          </a:xfrm>
          <a:prstGeom prst="rect">
            <a:avLst/>
          </a:prstGeom>
          <a:noFill/>
          <a:ln>
            <a:noFill/>
          </a:ln>
        </p:spPr>
        <p:txBody>
          <a:bodyPr anchorCtr="0" anchor="t" bIns="45700" lIns="91425" spcFirstLastPara="1" rIns="91425" wrap="square" tIns="45700">
            <a:noAutofit/>
          </a:bodyPr>
          <a:lstStyle/>
          <a:p>
            <a:pPr indent="0" lvl="0" marL="0" rtl="0" algn="l">
              <a:lnSpc>
                <a:spcPct val="115000"/>
              </a:lnSpc>
              <a:spcBef>
                <a:spcPts val="1200"/>
              </a:spcBef>
              <a:spcAft>
                <a:spcPts val="0"/>
              </a:spcAft>
              <a:buClr>
                <a:schemeClr val="dk2"/>
              </a:buClr>
              <a:buSzPts val="1850"/>
              <a:buNone/>
            </a:pPr>
            <a:r>
              <a:rPr b="1" lang="en-US" sz="1700">
                <a:latin typeface="Arial"/>
                <a:ea typeface="Arial"/>
                <a:cs typeface="Arial"/>
                <a:sym typeface="Arial"/>
              </a:rPr>
              <a:t>6. Long-Term Growth</a:t>
            </a:r>
            <a:endParaRPr sz="1700">
              <a:latin typeface="Arial"/>
              <a:ea typeface="Arial"/>
              <a:cs typeface="Arial"/>
              <a:sym typeface="Arial"/>
            </a:endParaRPr>
          </a:p>
          <a:p>
            <a:pPr indent="-323850" lvl="0" marL="342900" rtl="0" algn="l">
              <a:lnSpc>
                <a:spcPct val="115000"/>
              </a:lnSpc>
              <a:spcBef>
                <a:spcPts val="1200"/>
              </a:spcBef>
              <a:spcAft>
                <a:spcPts val="0"/>
              </a:spcAft>
              <a:buClr>
                <a:schemeClr val="dk2"/>
              </a:buClr>
              <a:buSzPts val="1700"/>
              <a:buFont typeface="Arial"/>
              <a:buChar char="•"/>
            </a:pPr>
            <a:r>
              <a:rPr lang="en-US" sz="1700">
                <a:latin typeface="Arial"/>
                <a:ea typeface="Arial"/>
                <a:cs typeface="Arial"/>
                <a:sym typeface="Arial"/>
              </a:rPr>
              <a:t>Introduce </a:t>
            </a:r>
            <a:r>
              <a:rPr b="1" lang="en-US" sz="1700">
                <a:latin typeface="Arial"/>
                <a:ea typeface="Arial"/>
                <a:cs typeface="Arial"/>
                <a:sym typeface="Arial"/>
              </a:rPr>
              <a:t>subscription packages</a:t>
            </a:r>
            <a:r>
              <a:rPr lang="en-US" sz="1700">
                <a:latin typeface="Arial"/>
                <a:ea typeface="Arial"/>
                <a:cs typeface="Arial"/>
                <a:sym typeface="Arial"/>
              </a:rPr>
              <a:t> (weekly/monthly consultations).</a:t>
            </a:r>
            <a:endParaRPr sz="1700">
              <a:latin typeface="Arial"/>
              <a:ea typeface="Arial"/>
              <a:cs typeface="Arial"/>
              <a:sym typeface="Arial"/>
            </a:endParaRPr>
          </a:p>
          <a:p>
            <a:pPr indent="-323850" lvl="0" marL="342900" rtl="0" algn="l">
              <a:lnSpc>
                <a:spcPct val="115000"/>
              </a:lnSpc>
              <a:spcBef>
                <a:spcPts val="1200"/>
              </a:spcBef>
              <a:spcAft>
                <a:spcPts val="0"/>
              </a:spcAft>
              <a:buClr>
                <a:schemeClr val="dk2"/>
              </a:buClr>
              <a:buSzPts val="1700"/>
              <a:buFont typeface="Arial"/>
              <a:buChar char="•"/>
            </a:pPr>
            <a:r>
              <a:rPr lang="en-US" sz="1700">
                <a:latin typeface="Arial"/>
                <a:ea typeface="Arial"/>
                <a:cs typeface="Arial"/>
                <a:sym typeface="Arial"/>
              </a:rPr>
              <a:t>Cross-sell </a:t>
            </a:r>
            <a:r>
              <a:rPr b="1" lang="en-US" sz="1700">
                <a:latin typeface="Arial"/>
                <a:ea typeface="Arial"/>
                <a:cs typeface="Arial"/>
                <a:sym typeface="Arial"/>
              </a:rPr>
              <a:t>astrology products</a:t>
            </a:r>
            <a:r>
              <a:rPr lang="en-US" sz="1700">
                <a:latin typeface="Arial"/>
                <a:ea typeface="Arial"/>
                <a:cs typeface="Arial"/>
                <a:sym typeface="Arial"/>
              </a:rPr>
              <a:t> (reports, remedies, gemstone recommendations).</a:t>
            </a:r>
            <a:endParaRPr sz="1700">
              <a:latin typeface="Arial"/>
              <a:ea typeface="Arial"/>
              <a:cs typeface="Arial"/>
              <a:sym typeface="Arial"/>
            </a:endParaRPr>
          </a:p>
          <a:p>
            <a:pPr indent="-323850" lvl="0" marL="342900" rtl="0" algn="l">
              <a:lnSpc>
                <a:spcPct val="115000"/>
              </a:lnSpc>
              <a:spcBef>
                <a:spcPts val="1200"/>
              </a:spcBef>
              <a:spcAft>
                <a:spcPts val="0"/>
              </a:spcAft>
              <a:buClr>
                <a:schemeClr val="dk2"/>
              </a:buClr>
              <a:buSzPts val="1700"/>
              <a:buFont typeface="Arial"/>
              <a:buChar char="•"/>
            </a:pPr>
            <a:r>
              <a:rPr lang="en-US" sz="1700">
                <a:latin typeface="Arial"/>
                <a:ea typeface="Arial"/>
                <a:cs typeface="Arial"/>
                <a:sym typeface="Arial"/>
              </a:rPr>
              <a:t>Use </a:t>
            </a:r>
            <a:r>
              <a:rPr b="1" lang="en-US" sz="1700">
                <a:latin typeface="Arial"/>
                <a:ea typeface="Arial"/>
                <a:cs typeface="Arial"/>
                <a:sym typeface="Arial"/>
              </a:rPr>
              <a:t>AI-based matching</a:t>
            </a:r>
            <a:r>
              <a:rPr lang="en-US" sz="1700">
                <a:latin typeface="Arial"/>
                <a:ea typeface="Arial"/>
                <a:cs typeface="Arial"/>
                <a:sym typeface="Arial"/>
              </a:rPr>
              <a:t> – pair clients with astrologers who fit their query type.</a:t>
            </a:r>
            <a:endParaRPr sz="1700">
              <a:latin typeface="Arial"/>
              <a:ea typeface="Arial"/>
              <a:cs typeface="Arial"/>
              <a:sym typeface="Arial"/>
            </a:endParaRPr>
          </a:p>
          <a:p>
            <a:pPr indent="0" lvl="0" marL="512064" rtl="0" algn="l">
              <a:lnSpc>
                <a:spcPct val="115000"/>
              </a:lnSpc>
              <a:spcBef>
                <a:spcPts val="1200"/>
              </a:spcBef>
              <a:spcAft>
                <a:spcPts val="0"/>
              </a:spcAft>
              <a:buSzPts val="1018"/>
              <a:buNone/>
            </a:pPr>
            <a:r>
              <a:t/>
            </a:r>
            <a:endParaRPr sz="1700">
              <a:latin typeface="Arial"/>
              <a:ea typeface="Arial"/>
              <a:cs typeface="Arial"/>
              <a:sym typeface="Arial"/>
            </a:endParaRPr>
          </a:p>
          <a:p>
            <a:pPr indent="0" lvl="0" marL="0" rtl="0" algn="l">
              <a:lnSpc>
                <a:spcPct val="115000"/>
              </a:lnSpc>
              <a:spcBef>
                <a:spcPts val="0"/>
              </a:spcBef>
              <a:spcAft>
                <a:spcPts val="0"/>
              </a:spcAft>
              <a:buClr>
                <a:schemeClr val="dk2"/>
              </a:buClr>
              <a:buSzPts val="1018"/>
              <a:buFont typeface="Arial"/>
              <a:buNone/>
            </a:pPr>
            <a:r>
              <a:rPr b="1" lang="en-US" sz="1700">
                <a:latin typeface="Arial"/>
                <a:ea typeface="Arial"/>
                <a:cs typeface="Arial"/>
                <a:sym typeface="Arial"/>
              </a:rPr>
              <a:t>CONCLUSION</a:t>
            </a:r>
            <a:endParaRPr sz="1700">
              <a:latin typeface="Arial"/>
              <a:ea typeface="Arial"/>
              <a:cs typeface="Arial"/>
              <a:sym typeface="Arial"/>
            </a:endParaRPr>
          </a:p>
          <a:p>
            <a:pPr indent="457200" lvl="0" marL="0" rtl="0" algn="l">
              <a:lnSpc>
                <a:spcPct val="115000"/>
              </a:lnSpc>
              <a:spcBef>
                <a:spcPts val="1200"/>
              </a:spcBef>
              <a:spcAft>
                <a:spcPts val="0"/>
              </a:spcAft>
              <a:buClr>
                <a:schemeClr val="dk1"/>
              </a:buClr>
              <a:buSzPts val="1018"/>
              <a:buFont typeface="Arial"/>
              <a:buNone/>
            </a:pPr>
            <a:r>
              <a:rPr lang="en-US" sz="1700">
                <a:latin typeface="Arial"/>
                <a:ea typeface="Arial"/>
                <a:cs typeface="Arial"/>
                <a:sym typeface="Arial"/>
              </a:rPr>
              <a:t>Astrosage shows strong growth with a solid consultant base and call consultations driving most revenue. However, high call drop rates and underperforming days (like Thursday) indicate efficiency gaps. The app is the main revenue channel, but other platforms remain underutilized. While top astrologers maintain good ratings, overall performance can improve with training and incentives. Optimizing call management, boosting weaker channels, and balancing daily demand will enhance revenue and customer satisfaction. </a:t>
            </a:r>
            <a:endParaRPr sz="1700">
              <a:latin typeface="Arial"/>
              <a:ea typeface="Arial"/>
              <a:cs typeface="Arial"/>
              <a:sym typeface="Arial"/>
            </a:endParaRPr>
          </a:p>
          <a:p>
            <a:pPr indent="0" lvl="0" marL="512064" rtl="0" algn="l">
              <a:lnSpc>
                <a:spcPct val="115000"/>
              </a:lnSpc>
              <a:spcBef>
                <a:spcPts val="1200"/>
              </a:spcBef>
              <a:spcAft>
                <a:spcPts val="0"/>
              </a:spcAft>
              <a:buSzPts val="1018"/>
              <a:buNone/>
            </a:pPr>
            <a:r>
              <a:t/>
            </a:r>
            <a:endParaRPr sz="1700">
              <a:latin typeface="Arial"/>
              <a:ea typeface="Arial"/>
              <a:cs typeface="Arial"/>
              <a:sym typeface="Arial"/>
            </a:endParaRPr>
          </a:p>
          <a:p>
            <a:pPr indent="0" lvl="0" marL="0" rtl="0" algn="l">
              <a:lnSpc>
                <a:spcPct val="115000"/>
              </a:lnSpc>
              <a:spcBef>
                <a:spcPts val="1200"/>
              </a:spcBef>
              <a:spcAft>
                <a:spcPts val="0"/>
              </a:spcAft>
              <a:buClr>
                <a:schemeClr val="dk2"/>
              </a:buClr>
              <a:buSzPts val="1850"/>
              <a:buNone/>
            </a:pPr>
            <a:r>
              <a:t/>
            </a:r>
            <a:endParaRPr sz="17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accent2"/>
        </a:solidFill>
      </p:bgPr>
    </p:bg>
    <p:spTree>
      <p:nvGrpSpPr>
        <p:cNvPr id="215" name="Shape 215"/>
        <p:cNvGrpSpPr/>
        <p:nvPr/>
      </p:nvGrpSpPr>
      <p:grpSpPr>
        <a:xfrm>
          <a:off x="0" y="0"/>
          <a:ext cx="0" cy="0"/>
          <a:chOff x="0" y="0"/>
          <a:chExt cx="0" cy="0"/>
        </a:xfrm>
      </p:grpSpPr>
      <p:sp>
        <p:nvSpPr>
          <p:cNvPr id="216" name="Google Shape;216;p20"/>
          <p:cNvSpPr txBox="1"/>
          <p:nvPr>
            <p:ph type="ctrTitle"/>
          </p:nvPr>
        </p:nvSpPr>
        <p:spPr>
          <a:xfrm>
            <a:off x="1554480" y="1554480"/>
            <a:ext cx="9052560" cy="2377440"/>
          </a:xfrm>
          <a:prstGeom prst="rect">
            <a:avLst/>
          </a:prstGeom>
          <a:noFill/>
          <a:ln>
            <a:noFill/>
          </a:ln>
        </p:spPr>
        <p:txBody>
          <a:bodyPr anchorCtr="0" anchor="b" bIns="45700" lIns="91425" spcFirstLastPara="1" rIns="91425" wrap="square" tIns="45700">
            <a:noAutofit/>
          </a:bodyPr>
          <a:lstStyle/>
          <a:p>
            <a:pPr indent="0" lvl="0" marL="0" rtl="0" algn="ctr">
              <a:lnSpc>
                <a:spcPct val="89000"/>
              </a:lnSpc>
              <a:spcBef>
                <a:spcPts val="0"/>
              </a:spcBef>
              <a:spcAft>
                <a:spcPts val="0"/>
              </a:spcAft>
              <a:buClr>
                <a:schemeClr val="dk2"/>
              </a:buClr>
              <a:buSzPts val="5400"/>
              <a:buFont typeface="Libre Franklin"/>
              <a:buNone/>
            </a:pPr>
            <a:r>
              <a:rPr lang="en-US">
                <a:latin typeface="Arial"/>
                <a:ea typeface="Arial"/>
                <a:cs typeface="Arial"/>
                <a:sym typeface="Arial"/>
              </a:rPr>
              <a:t>THANK YOU</a:t>
            </a:r>
            <a:endParaRPr>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rop">
  <a:themeElements>
    <a:clrScheme name="Crop">
      <a:dk1>
        <a:srgbClr val="000000"/>
      </a:dk1>
      <a:lt1>
        <a:srgbClr val="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2025-08-17T09:59:19Z</dcterms:created>
  <dc:creator>arshi jaleel</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